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p:sldMasterIdLst>
    <p:sldMasterId id="2147483662" r:id="rId1"/>
    <p:sldMasterId id="2147483674" r:id="rId2"/>
    <p:sldMasterId id="2147483664" r:id="rId3"/>
    <p:sldMasterId id="2147483666" r:id="rId4"/>
    <p:sldMasterId id="2147483668" r:id="rId5"/>
    <p:sldMasterId id="2147483672" r:id="rId6"/>
  </p:sldMasterIdLst>
  <p:notesMasterIdLst>
    <p:notesMasterId r:id="rId8"/>
  </p:notesMasterIdLst>
  <p:handoutMasterIdLst>
    <p:handoutMasterId r:id="rId9"/>
  </p:handoutMasterIdLst>
  <p:sldIdLst>
    <p:sldId id="259" r:id="rId7"/>
  </p:sldIdLst>
  <p:sldSz cx="21388388" cy="30279975"/>
  <p:notesSz cx="14663738" cy="20926425"/>
  <p:embeddedFontLst>
    <p:embeddedFont>
      <p:font typeface="Rdg Vesta" panose="020B0604020202020204" charset="0"/>
      <p:regular r:id="rId10"/>
      <p:bold r:id="rId11"/>
      <p:italic r:id="rId12"/>
      <p:boldItalic r:id="rId13"/>
    </p:embeddedFont>
  </p:embeddedFontLst>
  <p:defaultTextStyle>
    <a:defPPr>
      <a:defRPr lang="en-GB"/>
    </a:defPPr>
    <a:lvl1pPr algn="l" rtl="0" fontAlgn="base">
      <a:spcBef>
        <a:spcPct val="0"/>
      </a:spcBef>
      <a:spcAft>
        <a:spcPct val="0"/>
      </a:spcAft>
      <a:defRPr sz="1300" kern="1200">
        <a:solidFill>
          <a:schemeClr val="tx1"/>
        </a:solidFill>
        <a:latin typeface="Rdg Vesta" pitchFamily="2" charset="0"/>
        <a:ea typeface="+mn-ea"/>
        <a:cs typeface="+mn-cs"/>
      </a:defRPr>
    </a:lvl1pPr>
    <a:lvl2pPr marL="457200" algn="l" rtl="0" fontAlgn="base">
      <a:spcBef>
        <a:spcPct val="0"/>
      </a:spcBef>
      <a:spcAft>
        <a:spcPct val="0"/>
      </a:spcAft>
      <a:defRPr sz="1300" kern="1200">
        <a:solidFill>
          <a:schemeClr val="tx1"/>
        </a:solidFill>
        <a:latin typeface="Rdg Vesta" pitchFamily="2" charset="0"/>
        <a:ea typeface="+mn-ea"/>
        <a:cs typeface="+mn-cs"/>
      </a:defRPr>
    </a:lvl2pPr>
    <a:lvl3pPr marL="914400" algn="l" rtl="0" fontAlgn="base">
      <a:spcBef>
        <a:spcPct val="0"/>
      </a:spcBef>
      <a:spcAft>
        <a:spcPct val="0"/>
      </a:spcAft>
      <a:defRPr sz="1300" kern="1200">
        <a:solidFill>
          <a:schemeClr val="tx1"/>
        </a:solidFill>
        <a:latin typeface="Rdg Vesta" pitchFamily="2" charset="0"/>
        <a:ea typeface="+mn-ea"/>
        <a:cs typeface="+mn-cs"/>
      </a:defRPr>
    </a:lvl3pPr>
    <a:lvl4pPr marL="1371600" algn="l" rtl="0" fontAlgn="base">
      <a:spcBef>
        <a:spcPct val="0"/>
      </a:spcBef>
      <a:spcAft>
        <a:spcPct val="0"/>
      </a:spcAft>
      <a:defRPr sz="1300" kern="1200">
        <a:solidFill>
          <a:schemeClr val="tx1"/>
        </a:solidFill>
        <a:latin typeface="Rdg Vesta" pitchFamily="2" charset="0"/>
        <a:ea typeface="+mn-ea"/>
        <a:cs typeface="+mn-cs"/>
      </a:defRPr>
    </a:lvl4pPr>
    <a:lvl5pPr marL="1828800" algn="l" rtl="0" fontAlgn="base">
      <a:spcBef>
        <a:spcPct val="0"/>
      </a:spcBef>
      <a:spcAft>
        <a:spcPct val="0"/>
      </a:spcAft>
      <a:defRPr sz="1300" kern="1200">
        <a:solidFill>
          <a:schemeClr val="tx1"/>
        </a:solidFill>
        <a:latin typeface="Rdg Vesta" pitchFamily="2" charset="0"/>
        <a:ea typeface="+mn-ea"/>
        <a:cs typeface="+mn-cs"/>
      </a:defRPr>
    </a:lvl5pPr>
    <a:lvl6pPr marL="2286000" algn="l" defTabSz="914400" rtl="0" eaLnBrk="1" latinLnBrk="0" hangingPunct="1">
      <a:defRPr sz="1300" kern="1200">
        <a:solidFill>
          <a:schemeClr val="tx1"/>
        </a:solidFill>
        <a:latin typeface="Rdg Vesta" pitchFamily="2" charset="0"/>
        <a:ea typeface="+mn-ea"/>
        <a:cs typeface="+mn-cs"/>
      </a:defRPr>
    </a:lvl6pPr>
    <a:lvl7pPr marL="2743200" algn="l" defTabSz="914400" rtl="0" eaLnBrk="1" latinLnBrk="0" hangingPunct="1">
      <a:defRPr sz="1300" kern="1200">
        <a:solidFill>
          <a:schemeClr val="tx1"/>
        </a:solidFill>
        <a:latin typeface="Rdg Vesta" pitchFamily="2" charset="0"/>
        <a:ea typeface="+mn-ea"/>
        <a:cs typeface="+mn-cs"/>
      </a:defRPr>
    </a:lvl7pPr>
    <a:lvl8pPr marL="3200400" algn="l" defTabSz="914400" rtl="0" eaLnBrk="1" latinLnBrk="0" hangingPunct="1">
      <a:defRPr sz="1300" kern="1200">
        <a:solidFill>
          <a:schemeClr val="tx1"/>
        </a:solidFill>
        <a:latin typeface="Rdg Vesta" pitchFamily="2" charset="0"/>
        <a:ea typeface="+mn-ea"/>
        <a:cs typeface="+mn-cs"/>
      </a:defRPr>
    </a:lvl8pPr>
    <a:lvl9pPr marL="3657600" algn="l" defTabSz="914400" rtl="0" eaLnBrk="1" latinLnBrk="0" hangingPunct="1">
      <a:defRPr sz="1300" kern="1200">
        <a:solidFill>
          <a:schemeClr val="tx1"/>
        </a:solidFill>
        <a:latin typeface="Rdg Vesta" pitchFamily="2" charset="0"/>
        <a:ea typeface="+mn-ea"/>
        <a:cs typeface="+mn-cs"/>
      </a:defRPr>
    </a:lvl9pPr>
  </p:defaultTextStyle>
  <p:extLst>
    <p:ext uri="{EFAFB233-063F-42B5-8137-9DF3F51BA10A}">
      <p15:sldGuideLst xmlns:p15="http://schemas.microsoft.com/office/powerpoint/2012/main">
        <p15:guide id="1" orient="horz">
          <p15:clr>
            <a:srgbClr val="A4A3A4"/>
          </p15:clr>
        </p15:guide>
        <p15:guide id="2" pos="522">
          <p15:clr>
            <a:srgbClr val="A4A3A4"/>
          </p15:clr>
        </p15:guide>
      </p15:sldGuideLst>
    </p:ext>
    <p:ext uri="{2D200454-40CA-4A62-9FC3-DE9A4176ACB9}">
      <p15:notesGuideLst xmlns:p15="http://schemas.microsoft.com/office/powerpoint/2012/main">
        <p15:guide id="1" orient="horz" pos="6591">
          <p15:clr>
            <a:srgbClr val="A4A3A4"/>
          </p15:clr>
        </p15:guide>
        <p15:guide id="2" pos="461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E6E6E6"/>
    <a:srgbClr val="106DB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7440" autoAdjust="0"/>
  </p:normalViewPr>
  <p:slideViewPr>
    <p:cSldViewPr showGuides="1">
      <p:cViewPr>
        <p:scale>
          <a:sx n="66" d="100"/>
          <a:sy n="66" d="100"/>
        </p:scale>
        <p:origin x="-1205" y="-9029"/>
      </p:cViewPr>
      <p:guideLst>
        <p:guide orient="horz"/>
        <p:guide pos="52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howGuides="1">
      <p:cViewPr varScale="1">
        <p:scale>
          <a:sx n="34" d="100"/>
          <a:sy n="34" d="100"/>
        </p:scale>
        <p:origin x="-3366" y="-90"/>
      </p:cViewPr>
      <p:guideLst>
        <p:guide orient="horz" pos="6591"/>
        <p:guide pos="461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4.fntdata"/><Relationship Id="rId3" Type="http://schemas.openxmlformats.org/officeDocument/2006/relationships/slideMaster" Target="slideMasters/slideMaster3.xml"/><Relationship Id="rId7" Type="http://schemas.openxmlformats.org/officeDocument/2006/relationships/slide" Target="slides/slide1.xml"/><Relationship Id="rId12" Type="http://schemas.openxmlformats.org/officeDocument/2006/relationships/font" Target="fonts/font3.fntdata"/><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font" Target="fonts/font2.fntdata"/><Relationship Id="rId5" Type="http://schemas.openxmlformats.org/officeDocument/2006/relationships/slideMaster" Target="slideMasters/slideMaster5.xml"/><Relationship Id="rId15" Type="http://schemas.openxmlformats.org/officeDocument/2006/relationships/viewProps" Target="viewProps.xml"/><Relationship Id="rId10" Type="http://schemas.openxmlformats.org/officeDocument/2006/relationships/font" Target="fonts/font1.fntdata"/><Relationship Id="rId4" Type="http://schemas.openxmlformats.org/officeDocument/2006/relationships/slideMaster" Target="slideMasters/slideMaster4.xml"/><Relationship Id="rId9" Type="http://schemas.openxmlformats.org/officeDocument/2006/relationships/handoutMaster" Target="handoutMasters/handoutMaster1.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6354763" cy="10461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vl1pPr>
          </a:lstStyle>
          <a:p>
            <a:pPr>
              <a:defRPr/>
            </a:pPr>
            <a:endParaRPr lang="en-GB"/>
          </a:p>
        </p:txBody>
      </p:sp>
      <p:sp>
        <p:nvSpPr>
          <p:cNvPr id="48131" name="Rectangle 3"/>
          <p:cNvSpPr>
            <a:spLocks noGrp="1" noChangeArrowheads="1"/>
          </p:cNvSpPr>
          <p:nvPr>
            <p:ph type="dt" sz="quarter" idx="1"/>
          </p:nvPr>
        </p:nvSpPr>
        <p:spPr bwMode="auto">
          <a:xfrm>
            <a:off x="8305800" y="0"/>
            <a:ext cx="6354763" cy="10461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endParaRPr lang="en-GB"/>
          </a:p>
        </p:txBody>
      </p:sp>
      <p:sp>
        <p:nvSpPr>
          <p:cNvPr id="48132" name="Rectangle 4"/>
          <p:cNvSpPr>
            <a:spLocks noGrp="1" noChangeArrowheads="1"/>
          </p:cNvSpPr>
          <p:nvPr>
            <p:ph type="ftr" sz="quarter" idx="2"/>
          </p:nvPr>
        </p:nvSpPr>
        <p:spPr bwMode="auto">
          <a:xfrm>
            <a:off x="0" y="19877088"/>
            <a:ext cx="6354763" cy="104616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vl1pPr>
          </a:lstStyle>
          <a:p>
            <a:pPr>
              <a:defRPr/>
            </a:pPr>
            <a:endParaRPr lang="en-GB"/>
          </a:p>
        </p:txBody>
      </p:sp>
      <p:sp>
        <p:nvSpPr>
          <p:cNvPr id="48133" name="Rectangle 5"/>
          <p:cNvSpPr>
            <a:spLocks noGrp="1" noChangeArrowheads="1"/>
          </p:cNvSpPr>
          <p:nvPr>
            <p:ph type="sldNum" sz="quarter" idx="3"/>
          </p:nvPr>
        </p:nvSpPr>
        <p:spPr bwMode="auto">
          <a:xfrm>
            <a:off x="8305800" y="19877088"/>
            <a:ext cx="6354763" cy="104616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vl1pPr>
          </a:lstStyle>
          <a:p>
            <a:pPr>
              <a:defRPr/>
            </a:pPr>
            <a:fld id="{4106BD75-3EFD-4C18-B180-068DCC7276BD}" type="slidenum">
              <a:rPr lang="en-GB"/>
              <a:pPr>
                <a:defRPr/>
              </a:pPr>
              <a:t>‹#›</a:t>
            </a:fld>
            <a:endParaRPr lang="en-GB"/>
          </a:p>
        </p:txBody>
      </p:sp>
    </p:spTree>
    <p:extLst>
      <p:ext uri="{BB962C8B-B14F-4D97-AF65-F5344CB8AC3E}">
        <p14:creationId xmlns:p14="http://schemas.microsoft.com/office/powerpoint/2010/main" val="17584212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6354763" cy="1049338"/>
          </a:xfrm>
          <a:prstGeom prst="rect">
            <a:avLst/>
          </a:prstGeom>
          <a:noFill/>
          <a:ln w="9525">
            <a:noFill/>
            <a:miter lim="800000"/>
            <a:headEnd/>
            <a:tailEnd/>
          </a:ln>
          <a:effectLst/>
        </p:spPr>
        <p:txBody>
          <a:bodyPr vert="horz" wrap="square" lIns="203246" tIns="101626" rIns="203246" bIns="101626" numCol="1" anchor="t" anchorCtr="0" compatLnSpc="1">
            <a:prstTxWarp prst="textNoShape">
              <a:avLst/>
            </a:prstTxWarp>
          </a:bodyPr>
          <a:lstStyle>
            <a:lvl1pPr defTabSz="2033588" eaLnBrk="0" hangingPunct="0">
              <a:defRPr sz="2700"/>
            </a:lvl1pPr>
          </a:lstStyle>
          <a:p>
            <a:pPr>
              <a:defRPr/>
            </a:pPr>
            <a:endParaRPr lang="en-GB"/>
          </a:p>
        </p:txBody>
      </p:sp>
      <p:sp>
        <p:nvSpPr>
          <p:cNvPr id="4099" name="Rectangle 3"/>
          <p:cNvSpPr>
            <a:spLocks noGrp="1" noChangeArrowheads="1"/>
          </p:cNvSpPr>
          <p:nvPr>
            <p:ph type="dt" idx="1"/>
          </p:nvPr>
        </p:nvSpPr>
        <p:spPr bwMode="auto">
          <a:xfrm>
            <a:off x="8305800" y="0"/>
            <a:ext cx="6356350" cy="1049338"/>
          </a:xfrm>
          <a:prstGeom prst="rect">
            <a:avLst/>
          </a:prstGeom>
          <a:noFill/>
          <a:ln w="9525">
            <a:noFill/>
            <a:miter lim="800000"/>
            <a:headEnd/>
            <a:tailEnd/>
          </a:ln>
          <a:effectLst/>
        </p:spPr>
        <p:txBody>
          <a:bodyPr vert="horz" wrap="square" lIns="203246" tIns="101626" rIns="203246" bIns="101626" numCol="1" anchor="t" anchorCtr="0" compatLnSpc="1">
            <a:prstTxWarp prst="textNoShape">
              <a:avLst/>
            </a:prstTxWarp>
          </a:bodyPr>
          <a:lstStyle>
            <a:lvl1pPr algn="r" defTabSz="2033588" eaLnBrk="0" hangingPunct="0">
              <a:defRPr sz="2700"/>
            </a:lvl1pPr>
          </a:lstStyle>
          <a:p>
            <a:pPr>
              <a:defRPr/>
            </a:pPr>
            <a:endParaRPr lang="en-GB"/>
          </a:p>
        </p:txBody>
      </p:sp>
      <p:sp>
        <p:nvSpPr>
          <p:cNvPr id="3076" name="Rectangle 4"/>
          <p:cNvSpPr>
            <a:spLocks noGrp="1" noRot="1" noChangeAspect="1" noChangeArrowheads="1" noTextEdit="1"/>
          </p:cNvSpPr>
          <p:nvPr>
            <p:ph type="sldImg" idx="2"/>
          </p:nvPr>
        </p:nvSpPr>
        <p:spPr bwMode="auto">
          <a:xfrm>
            <a:off x="4564063" y="1570038"/>
            <a:ext cx="5543550" cy="7850187"/>
          </a:xfrm>
          <a:prstGeom prst="rect">
            <a:avLst/>
          </a:prstGeom>
          <a:noFill/>
          <a:ln w="9525">
            <a:solidFill>
              <a:srgbClr val="000000"/>
            </a:solidFill>
            <a:miter lim="800000"/>
            <a:headEnd/>
            <a:tailEnd/>
          </a:ln>
        </p:spPr>
      </p:sp>
      <p:sp>
        <p:nvSpPr>
          <p:cNvPr id="4101" name="Rectangle 5"/>
          <p:cNvSpPr>
            <a:spLocks noGrp="1" noChangeArrowheads="1"/>
          </p:cNvSpPr>
          <p:nvPr>
            <p:ph type="body" sz="quarter" idx="3"/>
          </p:nvPr>
        </p:nvSpPr>
        <p:spPr bwMode="auto">
          <a:xfrm>
            <a:off x="1466850" y="9942513"/>
            <a:ext cx="11730038" cy="9413875"/>
          </a:xfrm>
          <a:prstGeom prst="rect">
            <a:avLst/>
          </a:prstGeom>
          <a:noFill/>
          <a:ln w="9525">
            <a:noFill/>
            <a:miter lim="800000"/>
            <a:headEnd/>
            <a:tailEnd/>
          </a:ln>
          <a:effectLst/>
        </p:spPr>
        <p:txBody>
          <a:bodyPr vert="horz" wrap="square" lIns="203246" tIns="101626" rIns="203246" bIns="101626"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102" name="Rectangle 6"/>
          <p:cNvSpPr>
            <a:spLocks noGrp="1" noChangeArrowheads="1"/>
          </p:cNvSpPr>
          <p:nvPr>
            <p:ph type="ftr" sz="quarter" idx="4"/>
          </p:nvPr>
        </p:nvSpPr>
        <p:spPr bwMode="auto">
          <a:xfrm>
            <a:off x="0" y="19877088"/>
            <a:ext cx="6354763" cy="1047750"/>
          </a:xfrm>
          <a:prstGeom prst="rect">
            <a:avLst/>
          </a:prstGeom>
          <a:noFill/>
          <a:ln w="9525">
            <a:noFill/>
            <a:miter lim="800000"/>
            <a:headEnd/>
            <a:tailEnd/>
          </a:ln>
          <a:effectLst/>
        </p:spPr>
        <p:txBody>
          <a:bodyPr vert="horz" wrap="square" lIns="203246" tIns="101626" rIns="203246" bIns="101626" numCol="1" anchor="b" anchorCtr="0" compatLnSpc="1">
            <a:prstTxWarp prst="textNoShape">
              <a:avLst/>
            </a:prstTxWarp>
          </a:bodyPr>
          <a:lstStyle>
            <a:lvl1pPr defTabSz="2033588" eaLnBrk="0" hangingPunct="0">
              <a:defRPr sz="2700"/>
            </a:lvl1pPr>
          </a:lstStyle>
          <a:p>
            <a:pPr>
              <a:defRPr/>
            </a:pPr>
            <a:endParaRPr lang="en-GB"/>
          </a:p>
        </p:txBody>
      </p:sp>
      <p:sp>
        <p:nvSpPr>
          <p:cNvPr id="4103" name="Rectangle 7"/>
          <p:cNvSpPr>
            <a:spLocks noGrp="1" noChangeArrowheads="1"/>
          </p:cNvSpPr>
          <p:nvPr>
            <p:ph type="sldNum" sz="quarter" idx="5"/>
          </p:nvPr>
        </p:nvSpPr>
        <p:spPr bwMode="auto">
          <a:xfrm>
            <a:off x="8305800" y="19877088"/>
            <a:ext cx="6356350" cy="1047750"/>
          </a:xfrm>
          <a:prstGeom prst="rect">
            <a:avLst/>
          </a:prstGeom>
          <a:noFill/>
          <a:ln w="9525">
            <a:noFill/>
            <a:miter lim="800000"/>
            <a:headEnd/>
            <a:tailEnd/>
          </a:ln>
          <a:effectLst/>
        </p:spPr>
        <p:txBody>
          <a:bodyPr vert="horz" wrap="square" lIns="203246" tIns="101626" rIns="203246" bIns="101626" numCol="1" anchor="b" anchorCtr="0" compatLnSpc="1">
            <a:prstTxWarp prst="textNoShape">
              <a:avLst/>
            </a:prstTxWarp>
          </a:bodyPr>
          <a:lstStyle>
            <a:lvl1pPr algn="r" defTabSz="2033588" eaLnBrk="0" hangingPunct="0">
              <a:defRPr sz="2700"/>
            </a:lvl1pPr>
          </a:lstStyle>
          <a:p>
            <a:pPr>
              <a:defRPr/>
            </a:pPr>
            <a:fld id="{5778D20B-1032-4243-B265-D2D63470AEBF}" type="slidenum">
              <a:rPr lang="en-GB"/>
              <a:pPr>
                <a:defRPr/>
              </a:pPr>
              <a:t>‹#›</a:t>
            </a:fld>
            <a:endParaRPr lang="en-GB"/>
          </a:p>
        </p:txBody>
      </p:sp>
    </p:spTree>
    <p:extLst>
      <p:ext uri="{BB962C8B-B14F-4D97-AF65-F5344CB8AC3E}">
        <p14:creationId xmlns:p14="http://schemas.microsoft.com/office/powerpoint/2010/main" val="294753096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Rdg Vesta" pitchFamily="2" charset="0"/>
        <a:ea typeface="+mn-ea"/>
        <a:cs typeface="+mn-cs"/>
      </a:defRPr>
    </a:lvl1pPr>
    <a:lvl2pPr marL="457200" algn="l" rtl="0" eaLnBrk="0" fontAlgn="base" hangingPunct="0">
      <a:spcBef>
        <a:spcPct val="30000"/>
      </a:spcBef>
      <a:spcAft>
        <a:spcPct val="0"/>
      </a:spcAft>
      <a:defRPr sz="1200" kern="1200">
        <a:solidFill>
          <a:schemeClr val="tx1"/>
        </a:solidFill>
        <a:latin typeface="Rdg Vesta" pitchFamily="2" charset="0"/>
        <a:ea typeface="+mn-ea"/>
        <a:cs typeface="+mn-cs"/>
      </a:defRPr>
    </a:lvl2pPr>
    <a:lvl3pPr marL="914400" algn="l" rtl="0" eaLnBrk="0" fontAlgn="base" hangingPunct="0">
      <a:spcBef>
        <a:spcPct val="30000"/>
      </a:spcBef>
      <a:spcAft>
        <a:spcPct val="0"/>
      </a:spcAft>
      <a:defRPr sz="1200" kern="1200">
        <a:solidFill>
          <a:schemeClr val="tx1"/>
        </a:solidFill>
        <a:latin typeface="Rdg Vesta" pitchFamily="2" charset="0"/>
        <a:ea typeface="+mn-ea"/>
        <a:cs typeface="+mn-cs"/>
      </a:defRPr>
    </a:lvl3pPr>
    <a:lvl4pPr marL="1371600" algn="l" rtl="0" eaLnBrk="0" fontAlgn="base" hangingPunct="0">
      <a:spcBef>
        <a:spcPct val="30000"/>
      </a:spcBef>
      <a:spcAft>
        <a:spcPct val="0"/>
      </a:spcAft>
      <a:defRPr sz="1200" kern="1200">
        <a:solidFill>
          <a:schemeClr val="tx1"/>
        </a:solidFill>
        <a:latin typeface="Rdg Vesta" pitchFamily="2" charset="0"/>
        <a:ea typeface="+mn-ea"/>
        <a:cs typeface="+mn-cs"/>
      </a:defRPr>
    </a:lvl4pPr>
    <a:lvl5pPr marL="1828800" algn="l" rtl="0" eaLnBrk="0" fontAlgn="base" hangingPunct="0">
      <a:spcBef>
        <a:spcPct val="30000"/>
      </a:spcBef>
      <a:spcAft>
        <a:spcPct val="0"/>
      </a:spcAft>
      <a:defRPr sz="1200" kern="1200">
        <a:solidFill>
          <a:schemeClr val="tx1"/>
        </a:solidFill>
        <a:latin typeface="Rdg Vesta"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5778D20B-1032-4243-B265-D2D63470AEBF}" type="slidenum">
              <a:rPr lang="en-GB" smtClean="0"/>
              <a:pPr>
                <a:defRPr/>
              </a:pPr>
              <a:t>1</a:t>
            </a:fld>
            <a:endParaRPr lang="en-GB"/>
          </a:p>
        </p:txBody>
      </p:sp>
    </p:spTree>
    <p:extLst>
      <p:ext uri="{BB962C8B-B14F-4D97-AF65-F5344CB8AC3E}">
        <p14:creationId xmlns:p14="http://schemas.microsoft.com/office/powerpoint/2010/main" val="3180808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5" name="Content Placeholder 2"/>
          <p:cNvSpPr>
            <a:spLocks noGrp="1"/>
          </p:cNvSpPr>
          <p:nvPr>
            <p:ph idx="1"/>
          </p:nvPr>
        </p:nvSpPr>
        <p:spPr>
          <a:xfrm>
            <a:off x="736600" y="5635625"/>
            <a:ext cx="9344025" cy="23852186"/>
          </a:xfrm>
          <a:prstGeom prst="rect">
            <a:avLst/>
          </a:prstGeom>
        </p:spPr>
        <p:txBody>
          <a:bodyPr/>
          <a:lstStyle>
            <a:lvl1pPr marL="0" indent="0">
              <a:spcBef>
                <a:spcPts val="1400"/>
              </a:spcBef>
              <a:buNone/>
              <a:defRPr sz="1900">
                <a:latin typeface="Arial" panose="020B0604020202020204" pitchFamily="34" charset="0"/>
                <a:cs typeface="Arial" panose="020B0604020202020204" pitchFamily="34" charset="0"/>
              </a:defRPr>
            </a:lvl1pPr>
            <a:lvl2pPr marL="720000" indent="-360000">
              <a:spcBef>
                <a:spcPts val="1000"/>
              </a:spcBef>
              <a:buFont typeface="Arial" pitchFamily="34" charset="0"/>
              <a:buChar char="•"/>
              <a:defRPr sz="1900">
                <a:latin typeface="Arial" panose="020B0604020202020204" pitchFamily="34" charset="0"/>
                <a:cs typeface="Arial" panose="020B0604020202020204" pitchFamily="34" charset="0"/>
              </a:defRPr>
            </a:lvl2pPr>
            <a:lvl3pPr marL="1080000" indent="-360000">
              <a:spcBef>
                <a:spcPts val="600"/>
              </a:spcBef>
              <a:buFont typeface="Rdg Vesta" pitchFamily="2" charset="0"/>
              <a:buChar char="−"/>
              <a:defRPr sz="1600">
                <a:latin typeface="Arial" panose="020B0604020202020204" pitchFamily="34" charset="0"/>
                <a:cs typeface="Arial" panose="020B0604020202020204" pitchFamily="34" charset="0"/>
              </a:defRPr>
            </a:lvl3pPr>
            <a:lvl4pPr marL="1350000" indent="-270000">
              <a:spcBef>
                <a:spcPts val="500"/>
              </a:spcBef>
              <a:buFont typeface="Arial" pitchFamily="34" charset="0"/>
              <a:buChar char="•"/>
              <a:defRPr sz="1600">
                <a:latin typeface="Arial" panose="020B0604020202020204" pitchFamily="34" charset="0"/>
                <a:cs typeface="Arial" panose="020B0604020202020204" pitchFamily="34" charset="0"/>
              </a:defRPr>
            </a:lvl4pPr>
            <a:lvl5pPr marL="1530000" indent="-180000">
              <a:spcBef>
                <a:spcPts val="500"/>
              </a:spcBef>
              <a:buClr>
                <a:schemeClr val="tx2"/>
              </a:buClr>
              <a:buFont typeface="Rdg Vesta" pitchFamily="2" charset="0"/>
              <a:buChar char="−"/>
              <a:defRPr sz="1200">
                <a:latin typeface="Arial" panose="020B0604020202020204" pitchFamily="34" charset="0"/>
                <a:cs typeface="Arial" panose="020B0604020202020204" pitchFamily="34" charset="0"/>
              </a:defRPr>
            </a:lvl5pPr>
          </a:lstStyle>
          <a:p>
            <a:pPr marL="455613" marR="0" lvl="0" indent="-455613" algn="l" defTabSz="2952750" rtl="0" eaLnBrk="1" fontAlgn="base" latinLnBrk="0" hangingPunct="1">
              <a:lnSpc>
                <a:spcPct val="125000"/>
              </a:lnSpc>
              <a:spcBef>
                <a:spcPct val="60000"/>
              </a:spcBef>
              <a:spcAft>
                <a:spcPct val="0"/>
              </a:spcAft>
              <a:buClr>
                <a:srgbClr val="158473"/>
              </a:buClr>
              <a:buSzTx/>
              <a:buFontTx/>
              <a:buChar char="•"/>
              <a:tabLst/>
              <a:defRPr/>
            </a:pPr>
            <a:endParaRPr kumimoji="0" lang="en-US"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2" name="Title 1"/>
          <p:cNvSpPr>
            <a:spLocks noGrp="1"/>
          </p:cNvSpPr>
          <p:nvPr>
            <p:ph type="title"/>
          </p:nvPr>
        </p:nvSpPr>
        <p:spPr/>
        <p:txBody>
          <a:bodyPr/>
          <a:lstStyle>
            <a:lvl1pPr>
              <a:defRPr b="1"/>
            </a:lvl1pPr>
          </a:lstStyle>
          <a:p>
            <a:r>
              <a:rPr lang="en-US" dirty="0"/>
              <a:t>Click to edit Master title style</a:t>
            </a:r>
            <a:endParaRPr lang="en-GB" dirty="0"/>
          </a:p>
        </p:txBody>
      </p:sp>
    </p:spTree>
    <p:extLst>
      <p:ext uri="{BB962C8B-B14F-4D97-AF65-F5344CB8AC3E}">
        <p14:creationId xmlns:p14="http://schemas.microsoft.com/office/powerpoint/2010/main" val="1796732571"/>
      </p:ext>
    </p:extLst>
  </p:cSld>
  <p:clrMapOvr>
    <a:masterClrMapping/>
  </p:clrMapOvr>
  <p:extLst>
    <p:ext uri="{DCECCB84-F9BA-43D5-87BE-67443E8EF086}">
      <p15:sldGuideLst xmlns:p15="http://schemas.microsoft.com/office/powerpoint/2012/main">
        <p15:guide id="1" orient="horz" pos="9537" userDrawn="1">
          <p15:clr>
            <a:srgbClr val="FBAE40"/>
          </p15:clr>
        </p15:guide>
        <p15:guide id="2" pos="673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en-GB" dirty="0"/>
          </a:p>
        </p:txBody>
      </p:sp>
      <p:sp>
        <p:nvSpPr>
          <p:cNvPr id="6" name="Content Placeholder 2">
            <a:extLst>
              <a:ext uri="{FF2B5EF4-FFF2-40B4-BE49-F238E27FC236}">
                <a16:creationId xmlns:a16="http://schemas.microsoft.com/office/drawing/2014/main" id="{3F871DA3-C206-4958-9304-C821B2F6EC32}"/>
              </a:ext>
            </a:extLst>
          </p:cNvPr>
          <p:cNvSpPr>
            <a:spLocks noGrp="1"/>
          </p:cNvSpPr>
          <p:nvPr>
            <p:ph idx="1"/>
          </p:nvPr>
        </p:nvSpPr>
        <p:spPr>
          <a:xfrm>
            <a:off x="736600" y="5635625"/>
            <a:ext cx="9344025" cy="23852186"/>
          </a:xfrm>
          <a:prstGeom prst="rect">
            <a:avLst/>
          </a:prstGeom>
        </p:spPr>
        <p:txBody>
          <a:bodyPr/>
          <a:lstStyle>
            <a:lvl1pPr marL="360000" indent="-360000">
              <a:spcBef>
                <a:spcPts val="1400"/>
              </a:spcBef>
              <a:defRPr sz="1900">
                <a:latin typeface="Arial" panose="020B0604020202020204" pitchFamily="34" charset="0"/>
                <a:cs typeface="Arial" panose="020B0604020202020204" pitchFamily="34" charset="0"/>
              </a:defRPr>
            </a:lvl1pPr>
            <a:lvl2pPr marL="720000" indent="-360000">
              <a:spcBef>
                <a:spcPts val="1000"/>
              </a:spcBef>
              <a:buFont typeface="Arial" pitchFamily="34" charset="0"/>
              <a:buChar char="•"/>
              <a:defRPr sz="1900">
                <a:latin typeface="Arial" panose="020B0604020202020204" pitchFamily="34" charset="0"/>
                <a:cs typeface="Arial" panose="020B0604020202020204" pitchFamily="34" charset="0"/>
              </a:defRPr>
            </a:lvl2pPr>
            <a:lvl3pPr marL="1080000" indent="-360000">
              <a:spcBef>
                <a:spcPts val="600"/>
              </a:spcBef>
              <a:buFont typeface="Rdg Vesta" pitchFamily="2" charset="0"/>
              <a:buChar char="−"/>
              <a:defRPr sz="1600">
                <a:latin typeface="Arial" panose="020B0604020202020204" pitchFamily="34" charset="0"/>
                <a:cs typeface="Arial" panose="020B0604020202020204" pitchFamily="34" charset="0"/>
              </a:defRPr>
            </a:lvl3pPr>
            <a:lvl4pPr marL="1350000" indent="-270000">
              <a:spcBef>
                <a:spcPts val="500"/>
              </a:spcBef>
              <a:buFont typeface="Arial" pitchFamily="34" charset="0"/>
              <a:buChar char="•"/>
              <a:defRPr sz="1600">
                <a:latin typeface="Arial" panose="020B0604020202020204" pitchFamily="34" charset="0"/>
                <a:cs typeface="Arial" panose="020B0604020202020204" pitchFamily="34" charset="0"/>
              </a:defRPr>
            </a:lvl4pPr>
            <a:lvl5pPr marL="1530000" indent="-180000">
              <a:spcBef>
                <a:spcPts val="500"/>
              </a:spcBef>
              <a:buClr>
                <a:schemeClr val="tx2"/>
              </a:buClr>
              <a:buFont typeface="Rdg Vesta" pitchFamily="2" charset="0"/>
              <a:buChar char="−"/>
              <a:defRPr sz="1200">
                <a:latin typeface="Arial" panose="020B0604020202020204" pitchFamily="34" charset="0"/>
                <a:cs typeface="Arial" panose="020B0604020202020204" pitchFamily="34" charset="0"/>
              </a:defRPr>
            </a:lvl5pPr>
          </a:lstStyle>
          <a:p>
            <a:pPr marL="455613" marR="0" lvl="0" indent="-455613" algn="l" defTabSz="2952750" rtl="0" eaLnBrk="1" fontAlgn="base" latinLnBrk="0" hangingPunct="1">
              <a:lnSpc>
                <a:spcPct val="125000"/>
              </a:lnSpc>
              <a:spcBef>
                <a:spcPct val="60000"/>
              </a:spcBef>
              <a:spcAft>
                <a:spcPct val="0"/>
              </a:spcAft>
              <a:buClr>
                <a:srgbClr val="158473"/>
              </a:buClr>
              <a:buSzTx/>
              <a:buFontTx/>
              <a:buChar char="•"/>
              <a:tabLst/>
              <a:defRPr/>
            </a:pPr>
            <a:r>
              <a:rPr kumimoji="0" lang="en-GB"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Click to edit Master text styles</a:t>
            </a:r>
          </a:p>
          <a:p>
            <a:pPr marL="1000125" marR="0" lvl="1" indent="-457200"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Second level</a:t>
            </a:r>
          </a:p>
          <a:p>
            <a:pPr marL="1331913" marR="0" lvl="2" indent="-342900" algn="l" defTabSz="2952750" rtl="0" eaLnBrk="1" fontAlgn="base" latinLnBrk="0" hangingPunct="1">
              <a:lnSpc>
                <a:spcPct val="125000"/>
              </a:lnSpc>
              <a:spcBef>
                <a:spcPct val="30000"/>
              </a:spcBef>
              <a:spcAft>
                <a:spcPct val="0"/>
              </a:spcAft>
              <a:buClr>
                <a:srgbClr val="158473"/>
              </a:buClr>
              <a:buSzTx/>
              <a:buFontTx/>
              <a:buChar char="•"/>
              <a:tabLst/>
              <a:defRPr/>
            </a:pPr>
            <a:r>
              <a:rPr kumimoji="0" lang="en-GB" sz="22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Third level</a:t>
            </a:r>
          </a:p>
          <a:p>
            <a:pPr marL="1644650" marR="0" lvl="3" indent="-301625"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Fourth level</a:t>
            </a:r>
          </a:p>
        </p:txBody>
      </p:sp>
    </p:spTree>
    <p:extLst>
      <p:ext uri="{BB962C8B-B14F-4D97-AF65-F5344CB8AC3E}">
        <p14:creationId xmlns:p14="http://schemas.microsoft.com/office/powerpoint/2010/main" val="3790417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en-GB" dirty="0"/>
          </a:p>
        </p:txBody>
      </p:sp>
      <p:sp>
        <p:nvSpPr>
          <p:cNvPr id="4" name="Content Placeholder 2">
            <a:extLst>
              <a:ext uri="{FF2B5EF4-FFF2-40B4-BE49-F238E27FC236}">
                <a16:creationId xmlns:a16="http://schemas.microsoft.com/office/drawing/2014/main" id="{FEF963AC-AD21-4E43-A16C-AB75B1463121}"/>
              </a:ext>
            </a:extLst>
          </p:cNvPr>
          <p:cNvSpPr>
            <a:spLocks noGrp="1"/>
          </p:cNvSpPr>
          <p:nvPr>
            <p:ph idx="1"/>
          </p:nvPr>
        </p:nvSpPr>
        <p:spPr>
          <a:xfrm>
            <a:off x="736600" y="5635625"/>
            <a:ext cx="9344025" cy="23852186"/>
          </a:xfrm>
          <a:prstGeom prst="rect">
            <a:avLst/>
          </a:prstGeom>
        </p:spPr>
        <p:txBody>
          <a:bodyPr/>
          <a:lstStyle>
            <a:lvl1pPr marL="360000" indent="-360000">
              <a:spcBef>
                <a:spcPts val="1400"/>
              </a:spcBef>
              <a:defRPr sz="1900">
                <a:latin typeface="Arial" panose="020B0604020202020204" pitchFamily="34" charset="0"/>
                <a:cs typeface="Arial" panose="020B0604020202020204" pitchFamily="34" charset="0"/>
              </a:defRPr>
            </a:lvl1pPr>
            <a:lvl2pPr marL="720000" indent="-360000">
              <a:spcBef>
                <a:spcPts val="1000"/>
              </a:spcBef>
              <a:buFont typeface="Arial" pitchFamily="34" charset="0"/>
              <a:buChar char="•"/>
              <a:defRPr sz="1900">
                <a:latin typeface="Arial" panose="020B0604020202020204" pitchFamily="34" charset="0"/>
                <a:cs typeface="Arial" panose="020B0604020202020204" pitchFamily="34" charset="0"/>
              </a:defRPr>
            </a:lvl2pPr>
            <a:lvl3pPr marL="1080000" indent="-360000">
              <a:spcBef>
                <a:spcPts val="600"/>
              </a:spcBef>
              <a:buFont typeface="Rdg Vesta" pitchFamily="2" charset="0"/>
              <a:buChar char="−"/>
              <a:defRPr sz="1600">
                <a:latin typeface="Arial" panose="020B0604020202020204" pitchFamily="34" charset="0"/>
                <a:cs typeface="Arial" panose="020B0604020202020204" pitchFamily="34" charset="0"/>
              </a:defRPr>
            </a:lvl3pPr>
            <a:lvl4pPr marL="1350000" indent="-270000">
              <a:spcBef>
                <a:spcPts val="500"/>
              </a:spcBef>
              <a:buFont typeface="Arial" pitchFamily="34" charset="0"/>
              <a:buChar char="•"/>
              <a:defRPr sz="1600">
                <a:latin typeface="Arial" panose="020B0604020202020204" pitchFamily="34" charset="0"/>
                <a:cs typeface="Arial" panose="020B0604020202020204" pitchFamily="34" charset="0"/>
              </a:defRPr>
            </a:lvl4pPr>
            <a:lvl5pPr marL="1530000" indent="-180000">
              <a:spcBef>
                <a:spcPts val="500"/>
              </a:spcBef>
              <a:buClr>
                <a:schemeClr val="tx2"/>
              </a:buClr>
              <a:buFont typeface="Rdg Vesta" pitchFamily="2" charset="0"/>
              <a:buChar char="−"/>
              <a:defRPr sz="1200">
                <a:latin typeface="Arial" panose="020B0604020202020204" pitchFamily="34" charset="0"/>
                <a:cs typeface="Arial" panose="020B0604020202020204" pitchFamily="34" charset="0"/>
              </a:defRPr>
            </a:lvl5pPr>
          </a:lstStyle>
          <a:p>
            <a:pPr marL="455613" marR="0" lvl="0" indent="-455613" algn="l" defTabSz="2952750" rtl="0" eaLnBrk="1" fontAlgn="base" latinLnBrk="0" hangingPunct="1">
              <a:lnSpc>
                <a:spcPct val="125000"/>
              </a:lnSpc>
              <a:spcBef>
                <a:spcPct val="60000"/>
              </a:spcBef>
              <a:spcAft>
                <a:spcPct val="0"/>
              </a:spcAft>
              <a:buClr>
                <a:srgbClr val="158473"/>
              </a:buClr>
              <a:buSzTx/>
              <a:buFontTx/>
              <a:buChar char="•"/>
              <a:tabLst/>
              <a:defRPr/>
            </a:pPr>
            <a:r>
              <a:rPr kumimoji="0" lang="en-GB"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Click to edit Master text styles</a:t>
            </a:r>
          </a:p>
          <a:p>
            <a:pPr marL="1000125" marR="0" lvl="1" indent="-457200"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Second level</a:t>
            </a:r>
          </a:p>
          <a:p>
            <a:pPr marL="1331913" marR="0" lvl="2" indent="-342900" algn="l" defTabSz="2952750" rtl="0" eaLnBrk="1" fontAlgn="base" latinLnBrk="0" hangingPunct="1">
              <a:lnSpc>
                <a:spcPct val="125000"/>
              </a:lnSpc>
              <a:spcBef>
                <a:spcPct val="30000"/>
              </a:spcBef>
              <a:spcAft>
                <a:spcPct val="0"/>
              </a:spcAft>
              <a:buClr>
                <a:srgbClr val="158473"/>
              </a:buClr>
              <a:buSzTx/>
              <a:buFontTx/>
              <a:buChar char="•"/>
              <a:tabLst/>
              <a:defRPr/>
            </a:pPr>
            <a:r>
              <a:rPr kumimoji="0" lang="en-GB" sz="22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Third level</a:t>
            </a:r>
          </a:p>
          <a:p>
            <a:pPr marL="1644650" marR="0" lvl="3" indent="-301625"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Fourth level</a:t>
            </a:r>
          </a:p>
        </p:txBody>
      </p:sp>
    </p:spTree>
    <p:extLst>
      <p:ext uri="{BB962C8B-B14F-4D97-AF65-F5344CB8AC3E}">
        <p14:creationId xmlns:p14="http://schemas.microsoft.com/office/powerpoint/2010/main" val="2123904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en-GB" dirty="0"/>
          </a:p>
        </p:txBody>
      </p:sp>
      <p:sp>
        <p:nvSpPr>
          <p:cNvPr id="4" name="Content Placeholder 2">
            <a:extLst>
              <a:ext uri="{FF2B5EF4-FFF2-40B4-BE49-F238E27FC236}">
                <a16:creationId xmlns:a16="http://schemas.microsoft.com/office/drawing/2014/main" id="{2EAAAEFD-1EC9-4039-9D31-AFE1B8B611A6}"/>
              </a:ext>
            </a:extLst>
          </p:cNvPr>
          <p:cNvSpPr>
            <a:spLocks noGrp="1"/>
          </p:cNvSpPr>
          <p:nvPr>
            <p:ph idx="1"/>
          </p:nvPr>
        </p:nvSpPr>
        <p:spPr>
          <a:xfrm>
            <a:off x="736600" y="5635625"/>
            <a:ext cx="9344025" cy="23852186"/>
          </a:xfrm>
          <a:prstGeom prst="rect">
            <a:avLst/>
          </a:prstGeom>
        </p:spPr>
        <p:txBody>
          <a:bodyPr/>
          <a:lstStyle>
            <a:lvl1pPr marL="360000" indent="-360000">
              <a:spcBef>
                <a:spcPts val="1400"/>
              </a:spcBef>
              <a:defRPr sz="1900">
                <a:latin typeface="Arial" panose="020B0604020202020204" pitchFamily="34" charset="0"/>
                <a:cs typeface="Arial" panose="020B0604020202020204" pitchFamily="34" charset="0"/>
              </a:defRPr>
            </a:lvl1pPr>
            <a:lvl2pPr marL="720000" indent="-360000">
              <a:spcBef>
                <a:spcPts val="1000"/>
              </a:spcBef>
              <a:buFont typeface="Arial" pitchFamily="34" charset="0"/>
              <a:buChar char="•"/>
              <a:defRPr sz="1900">
                <a:latin typeface="Arial" panose="020B0604020202020204" pitchFamily="34" charset="0"/>
                <a:cs typeface="Arial" panose="020B0604020202020204" pitchFamily="34" charset="0"/>
              </a:defRPr>
            </a:lvl2pPr>
            <a:lvl3pPr marL="1080000" indent="-360000">
              <a:spcBef>
                <a:spcPts val="600"/>
              </a:spcBef>
              <a:buFont typeface="Rdg Vesta" pitchFamily="2" charset="0"/>
              <a:buChar char="−"/>
              <a:defRPr sz="1600">
                <a:latin typeface="Arial" panose="020B0604020202020204" pitchFamily="34" charset="0"/>
                <a:cs typeface="Arial" panose="020B0604020202020204" pitchFamily="34" charset="0"/>
              </a:defRPr>
            </a:lvl3pPr>
            <a:lvl4pPr marL="1350000" indent="-270000">
              <a:spcBef>
                <a:spcPts val="500"/>
              </a:spcBef>
              <a:buFont typeface="Arial" pitchFamily="34" charset="0"/>
              <a:buChar char="•"/>
              <a:defRPr sz="1600">
                <a:latin typeface="Arial" panose="020B0604020202020204" pitchFamily="34" charset="0"/>
                <a:cs typeface="Arial" panose="020B0604020202020204" pitchFamily="34" charset="0"/>
              </a:defRPr>
            </a:lvl4pPr>
            <a:lvl5pPr marL="1530000" indent="-180000">
              <a:spcBef>
                <a:spcPts val="500"/>
              </a:spcBef>
              <a:buClr>
                <a:schemeClr val="tx2"/>
              </a:buClr>
              <a:buFont typeface="Rdg Vesta" pitchFamily="2" charset="0"/>
              <a:buChar char="−"/>
              <a:defRPr sz="1200">
                <a:latin typeface="Arial" panose="020B0604020202020204" pitchFamily="34" charset="0"/>
                <a:cs typeface="Arial" panose="020B0604020202020204" pitchFamily="34" charset="0"/>
              </a:defRPr>
            </a:lvl5pPr>
          </a:lstStyle>
          <a:p>
            <a:pPr marL="455613" marR="0" lvl="0" indent="-455613" algn="l" defTabSz="2952750" rtl="0" eaLnBrk="1" fontAlgn="base" latinLnBrk="0" hangingPunct="1">
              <a:lnSpc>
                <a:spcPct val="125000"/>
              </a:lnSpc>
              <a:spcBef>
                <a:spcPct val="60000"/>
              </a:spcBef>
              <a:spcAft>
                <a:spcPct val="0"/>
              </a:spcAft>
              <a:buClr>
                <a:srgbClr val="158473"/>
              </a:buClr>
              <a:buSzTx/>
              <a:buFontTx/>
              <a:buChar char="•"/>
              <a:tabLst/>
              <a:defRPr/>
            </a:pPr>
            <a:r>
              <a:rPr kumimoji="0" lang="en-GB"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Click to edit Master text styles</a:t>
            </a:r>
          </a:p>
          <a:p>
            <a:pPr marL="1000125" marR="0" lvl="1" indent="-457200"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Second level</a:t>
            </a:r>
          </a:p>
          <a:p>
            <a:pPr marL="1331913" marR="0" lvl="2" indent="-342900" algn="l" defTabSz="2952750" rtl="0" eaLnBrk="1" fontAlgn="base" latinLnBrk="0" hangingPunct="1">
              <a:lnSpc>
                <a:spcPct val="125000"/>
              </a:lnSpc>
              <a:spcBef>
                <a:spcPct val="30000"/>
              </a:spcBef>
              <a:spcAft>
                <a:spcPct val="0"/>
              </a:spcAft>
              <a:buClr>
                <a:srgbClr val="158473"/>
              </a:buClr>
              <a:buSzTx/>
              <a:buFontTx/>
              <a:buChar char="•"/>
              <a:tabLst/>
              <a:defRPr/>
            </a:pPr>
            <a:r>
              <a:rPr kumimoji="0" lang="en-GB" sz="22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Third level</a:t>
            </a:r>
          </a:p>
          <a:p>
            <a:pPr marL="1644650" marR="0" lvl="3" indent="-301625"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Fourth level</a:t>
            </a:r>
          </a:p>
        </p:txBody>
      </p:sp>
    </p:spTree>
    <p:extLst>
      <p:ext uri="{BB962C8B-B14F-4D97-AF65-F5344CB8AC3E}">
        <p14:creationId xmlns:p14="http://schemas.microsoft.com/office/powerpoint/2010/main" val="1466869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en-GB" dirty="0"/>
          </a:p>
        </p:txBody>
      </p:sp>
      <p:sp>
        <p:nvSpPr>
          <p:cNvPr id="6" name="Content Placeholder 2">
            <a:extLst>
              <a:ext uri="{FF2B5EF4-FFF2-40B4-BE49-F238E27FC236}">
                <a16:creationId xmlns:a16="http://schemas.microsoft.com/office/drawing/2014/main" id="{A7515D96-1650-49B2-A79A-A2009C1C3600}"/>
              </a:ext>
            </a:extLst>
          </p:cNvPr>
          <p:cNvSpPr>
            <a:spLocks noGrp="1"/>
          </p:cNvSpPr>
          <p:nvPr>
            <p:ph idx="1"/>
          </p:nvPr>
        </p:nvSpPr>
        <p:spPr>
          <a:xfrm>
            <a:off x="736600" y="5635625"/>
            <a:ext cx="9344025" cy="23852186"/>
          </a:xfrm>
          <a:prstGeom prst="rect">
            <a:avLst/>
          </a:prstGeom>
        </p:spPr>
        <p:txBody>
          <a:bodyPr/>
          <a:lstStyle>
            <a:lvl1pPr marL="360000" indent="-360000">
              <a:spcBef>
                <a:spcPts val="1400"/>
              </a:spcBef>
              <a:defRPr sz="1900">
                <a:latin typeface="Arial" panose="020B0604020202020204" pitchFamily="34" charset="0"/>
                <a:cs typeface="Arial" panose="020B0604020202020204" pitchFamily="34" charset="0"/>
              </a:defRPr>
            </a:lvl1pPr>
            <a:lvl2pPr marL="720000" indent="-360000">
              <a:spcBef>
                <a:spcPts val="1000"/>
              </a:spcBef>
              <a:buFont typeface="Arial" pitchFamily="34" charset="0"/>
              <a:buChar char="•"/>
              <a:defRPr sz="1900">
                <a:latin typeface="Arial" panose="020B0604020202020204" pitchFamily="34" charset="0"/>
                <a:cs typeface="Arial" panose="020B0604020202020204" pitchFamily="34" charset="0"/>
              </a:defRPr>
            </a:lvl2pPr>
            <a:lvl3pPr marL="1080000" indent="-360000">
              <a:spcBef>
                <a:spcPts val="600"/>
              </a:spcBef>
              <a:buFont typeface="Rdg Vesta" pitchFamily="2" charset="0"/>
              <a:buChar char="−"/>
              <a:defRPr sz="1600">
                <a:latin typeface="Arial" panose="020B0604020202020204" pitchFamily="34" charset="0"/>
                <a:cs typeface="Arial" panose="020B0604020202020204" pitchFamily="34" charset="0"/>
              </a:defRPr>
            </a:lvl3pPr>
            <a:lvl4pPr marL="1350000" indent="-270000">
              <a:spcBef>
                <a:spcPts val="500"/>
              </a:spcBef>
              <a:buFont typeface="Arial" pitchFamily="34" charset="0"/>
              <a:buChar char="•"/>
              <a:defRPr sz="1600">
                <a:latin typeface="Arial" panose="020B0604020202020204" pitchFamily="34" charset="0"/>
                <a:cs typeface="Arial" panose="020B0604020202020204" pitchFamily="34" charset="0"/>
              </a:defRPr>
            </a:lvl4pPr>
            <a:lvl5pPr marL="1530000" indent="-180000">
              <a:spcBef>
                <a:spcPts val="500"/>
              </a:spcBef>
              <a:buClr>
                <a:schemeClr val="tx2"/>
              </a:buClr>
              <a:buFont typeface="Rdg Vesta" pitchFamily="2" charset="0"/>
              <a:buChar char="−"/>
              <a:defRPr sz="1200">
                <a:latin typeface="Arial" panose="020B0604020202020204" pitchFamily="34" charset="0"/>
                <a:cs typeface="Arial" panose="020B0604020202020204" pitchFamily="34" charset="0"/>
              </a:defRPr>
            </a:lvl5pPr>
          </a:lstStyle>
          <a:p>
            <a:pPr marL="455613" marR="0" lvl="0" indent="-455613" algn="l" defTabSz="2952750" rtl="0" eaLnBrk="1" fontAlgn="base" latinLnBrk="0" hangingPunct="1">
              <a:lnSpc>
                <a:spcPct val="125000"/>
              </a:lnSpc>
              <a:spcBef>
                <a:spcPct val="60000"/>
              </a:spcBef>
              <a:spcAft>
                <a:spcPct val="0"/>
              </a:spcAft>
              <a:buClr>
                <a:srgbClr val="158473"/>
              </a:buClr>
              <a:buSzTx/>
              <a:buFontTx/>
              <a:buChar char="•"/>
              <a:tabLst/>
              <a:defRPr/>
            </a:pPr>
            <a:r>
              <a:rPr kumimoji="0" lang="en-GB"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Click to edit Master text styles</a:t>
            </a:r>
          </a:p>
          <a:p>
            <a:pPr marL="1000125" marR="0" lvl="1" indent="-457200"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Second level</a:t>
            </a:r>
          </a:p>
          <a:p>
            <a:pPr marL="1331913" marR="0" lvl="2" indent="-342900" algn="l" defTabSz="2952750" rtl="0" eaLnBrk="1" fontAlgn="base" latinLnBrk="0" hangingPunct="1">
              <a:lnSpc>
                <a:spcPct val="125000"/>
              </a:lnSpc>
              <a:spcBef>
                <a:spcPct val="30000"/>
              </a:spcBef>
              <a:spcAft>
                <a:spcPct val="0"/>
              </a:spcAft>
              <a:buClr>
                <a:srgbClr val="158473"/>
              </a:buClr>
              <a:buSzTx/>
              <a:buFontTx/>
              <a:buChar char="•"/>
              <a:tabLst/>
              <a:defRPr/>
            </a:pPr>
            <a:r>
              <a:rPr kumimoji="0" lang="en-GB" sz="22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Third level</a:t>
            </a:r>
          </a:p>
          <a:p>
            <a:pPr marL="1644650" marR="0" lvl="3" indent="-301625"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Fourth level</a:t>
            </a:r>
          </a:p>
        </p:txBody>
      </p:sp>
    </p:spTree>
    <p:extLst>
      <p:ext uri="{BB962C8B-B14F-4D97-AF65-F5344CB8AC3E}">
        <p14:creationId xmlns:p14="http://schemas.microsoft.com/office/powerpoint/2010/main" val="37179221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en-GB" dirty="0"/>
          </a:p>
        </p:txBody>
      </p:sp>
      <p:sp>
        <p:nvSpPr>
          <p:cNvPr id="4" name="Content Placeholder 2">
            <a:extLst>
              <a:ext uri="{FF2B5EF4-FFF2-40B4-BE49-F238E27FC236}">
                <a16:creationId xmlns:a16="http://schemas.microsoft.com/office/drawing/2014/main" id="{5A380693-CD9F-49AC-BAC4-1F4C633D6CD3}"/>
              </a:ext>
            </a:extLst>
          </p:cNvPr>
          <p:cNvSpPr>
            <a:spLocks noGrp="1"/>
          </p:cNvSpPr>
          <p:nvPr>
            <p:ph idx="1"/>
          </p:nvPr>
        </p:nvSpPr>
        <p:spPr>
          <a:xfrm>
            <a:off x="736600" y="5635625"/>
            <a:ext cx="9344025" cy="23852186"/>
          </a:xfrm>
          <a:prstGeom prst="rect">
            <a:avLst/>
          </a:prstGeom>
        </p:spPr>
        <p:txBody>
          <a:bodyPr/>
          <a:lstStyle>
            <a:lvl1pPr marL="360000" indent="-360000">
              <a:spcBef>
                <a:spcPts val="1400"/>
              </a:spcBef>
              <a:defRPr sz="1900">
                <a:latin typeface="Arial" panose="020B0604020202020204" pitchFamily="34" charset="0"/>
                <a:cs typeface="Arial" panose="020B0604020202020204" pitchFamily="34" charset="0"/>
              </a:defRPr>
            </a:lvl1pPr>
            <a:lvl2pPr marL="720000" indent="-360000">
              <a:spcBef>
                <a:spcPts val="1000"/>
              </a:spcBef>
              <a:buFont typeface="Arial" pitchFamily="34" charset="0"/>
              <a:buChar char="•"/>
              <a:defRPr sz="1900">
                <a:latin typeface="Arial" panose="020B0604020202020204" pitchFamily="34" charset="0"/>
                <a:cs typeface="Arial" panose="020B0604020202020204" pitchFamily="34" charset="0"/>
              </a:defRPr>
            </a:lvl2pPr>
            <a:lvl3pPr marL="1080000" indent="-360000">
              <a:spcBef>
                <a:spcPts val="600"/>
              </a:spcBef>
              <a:buFont typeface="Rdg Vesta" pitchFamily="2" charset="0"/>
              <a:buChar char="−"/>
              <a:defRPr sz="1600">
                <a:latin typeface="Arial" panose="020B0604020202020204" pitchFamily="34" charset="0"/>
                <a:cs typeface="Arial" panose="020B0604020202020204" pitchFamily="34" charset="0"/>
              </a:defRPr>
            </a:lvl3pPr>
            <a:lvl4pPr marL="1350000" indent="-270000">
              <a:spcBef>
                <a:spcPts val="500"/>
              </a:spcBef>
              <a:buFont typeface="Arial" pitchFamily="34" charset="0"/>
              <a:buChar char="•"/>
              <a:defRPr sz="1600">
                <a:latin typeface="Arial" panose="020B0604020202020204" pitchFamily="34" charset="0"/>
                <a:cs typeface="Arial" panose="020B0604020202020204" pitchFamily="34" charset="0"/>
              </a:defRPr>
            </a:lvl4pPr>
            <a:lvl5pPr marL="1530000" indent="-180000">
              <a:spcBef>
                <a:spcPts val="500"/>
              </a:spcBef>
              <a:buClr>
                <a:schemeClr val="tx2"/>
              </a:buClr>
              <a:buFont typeface="Rdg Vesta" pitchFamily="2" charset="0"/>
              <a:buChar char="−"/>
              <a:defRPr sz="1200">
                <a:latin typeface="Arial" panose="020B0604020202020204" pitchFamily="34" charset="0"/>
                <a:cs typeface="Arial" panose="020B0604020202020204" pitchFamily="34" charset="0"/>
              </a:defRPr>
            </a:lvl5pPr>
          </a:lstStyle>
          <a:p>
            <a:pPr marL="455613" marR="0" lvl="0" indent="-455613" algn="l" defTabSz="2952750" rtl="0" eaLnBrk="1" fontAlgn="base" latinLnBrk="0" hangingPunct="1">
              <a:lnSpc>
                <a:spcPct val="125000"/>
              </a:lnSpc>
              <a:spcBef>
                <a:spcPct val="60000"/>
              </a:spcBef>
              <a:spcAft>
                <a:spcPct val="0"/>
              </a:spcAft>
              <a:buClr>
                <a:srgbClr val="158473"/>
              </a:buClr>
              <a:buSzTx/>
              <a:buFontTx/>
              <a:buChar char="•"/>
              <a:tabLst/>
              <a:defRPr/>
            </a:pPr>
            <a:r>
              <a:rPr kumimoji="0" lang="en-GB"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Click to edit Master text styles</a:t>
            </a:r>
          </a:p>
          <a:p>
            <a:pPr marL="1000125" marR="0" lvl="1" indent="-457200"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Second level</a:t>
            </a:r>
          </a:p>
          <a:p>
            <a:pPr marL="1331913" marR="0" lvl="2" indent="-342900" algn="l" defTabSz="2952750" rtl="0" eaLnBrk="1" fontAlgn="base" latinLnBrk="0" hangingPunct="1">
              <a:lnSpc>
                <a:spcPct val="125000"/>
              </a:lnSpc>
              <a:spcBef>
                <a:spcPct val="30000"/>
              </a:spcBef>
              <a:spcAft>
                <a:spcPct val="0"/>
              </a:spcAft>
              <a:buClr>
                <a:srgbClr val="158473"/>
              </a:buClr>
              <a:buSzTx/>
              <a:buFontTx/>
              <a:buChar char="•"/>
              <a:tabLst/>
              <a:defRPr/>
            </a:pPr>
            <a:r>
              <a:rPr kumimoji="0" lang="en-GB" sz="22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Third level</a:t>
            </a:r>
          </a:p>
          <a:p>
            <a:pPr marL="1644650" marR="0" lvl="3" indent="-301625"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Fourth level</a:t>
            </a:r>
          </a:p>
        </p:txBody>
      </p:sp>
    </p:spTree>
    <p:extLst>
      <p:ext uri="{BB962C8B-B14F-4D97-AF65-F5344CB8AC3E}">
        <p14:creationId xmlns:p14="http://schemas.microsoft.com/office/powerpoint/2010/main" val="419272325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57" name="Rectangle 33"/>
          <p:cNvSpPr>
            <a:spLocks noChangeArrowheads="1"/>
          </p:cNvSpPr>
          <p:nvPr/>
        </p:nvSpPr>
        <p:spPr bwMode="auto">
          <a:xfrm>
            <a:off x="0" y="0"/>
            <a:ext cx="21388388" cy="5168900"/>
          </a:xfrm>
          <a:prstGeom prst="rect">
            <a:avLst/>
          </a:prstGeom>
          <a:solidFill>
            <a:schemeClr val="tx2"/>
          </a:solidFill>
          <a:ln w="9525">
            <a:noFill/>
            <a:miter lim="800000"/>
            <a:headEnd/>
            <a:tailEnd/>
          </a:ln>
        </p:spPr>
        <p:txBody>
          <a:bodyPr wrap="none" anchor="ctr"/>
          <a:lstStyle/>
          <a:p>
            <a:pPr>
              <a:defRPr/>
            </a:pPr>
            <a:endParaRPr lang="en-GB"/>
          </a:p>
        </p:txBody>
      </p:sp>
      <p:sp>
        <p:nvSpPr>
          <p:cNvPr id="1062" name="Text Box 38"/>
          <p:cNvSpPr txBox="1">
            <a:spLocks noChangeArrowheads="1"/>
          </p:cNvSpPr>
          <p:nvPr/>
        </p:nvSpPr>
        <p:spPr bwMode="auto">
          <a:xfrm>
            <a:off x="668338" y="4533900"/>
            <a:ext cx="19962812" cy="467045"/>
          </a:xfrm>
          <a:prstGeom prst="rect">
            <a:avLst/>
          </a:prstGeom>
          <a:solidFill>
            <a:schemeClr val="tx2"/>
          </a:solidFill>
          <a:ln w="9525">
            <a:noFill/>
            <a:miter lim="800000"/>
            <a:headEnd/>
            <a:tailEnd/>
          </a:ln>
        </p:spPr>
        <p:txBody>
          <a:bodyPr lIns="91436" tIns="45717" rIns="91436" bIns="45717">
            <a:spAutoFit/>
          </a:bodyPr>
          <a:lstStyle/>
          <a:p>
            <a:pPr defTabSz="912813" eaLnBrk="0" hangingPunct="0">
              <a:lnSpc>
                <a:spcPct val="110000"/>
              </a:lnSpc>
              <a:defRPr/>
            </a:pPr>
            <a:r>
              <a:rPr lang="en-GB" sz="2400" dirty="0">
                <a:solidFill>
                  <a:srgbClr val="FFFFFF"/>
                </a:solidFill>
                <a:latin typeface="Arial" panose="020B0604020202020204" pitchFamily="34" charset="0"/>
                <a:cs typeface="Arial" panose="020B0604020202020204" pitchFamily="34" charset="0"/>
              </a:rPr>
              <a:t>SRIDHAR B </a:t>
            </a:r>
            <a:r>
              <a:rPr lang="en-GB" sz="2400" dirty="0">
                <a:solidFill>
                  <a:schemeClr val="accent5"/>
                </a:solidFill>
                <a:latin typeface="Arial" panose="020B0604020202020204" pitchFamily="34" charset="0"/>
                <a:cs typeface="Arial" panose="020B0604020202020204" pitchFamily="34" charset="0"/>
              </a:rPr>
              <a:t>|</a:t>
            </a:r>
            <a:r>
              <a:rPr lang="en-GB" sz="2400" dirty="0">
                <a:solidFill>
                  <a:srgbClr val="FFFFFF"/>
                </a:solidFill>
                <a:latin typeface="Arial" panose="020B0604020202020204" pitchFamily="34" charset="0"/>
                <a:cs typeface="Arial" panose="020B0604020202020204" pitchFamily="34" charset="0"/>
              </a:rPr>
              <a:t>   YOGESWARI G   </a:t>
            </a:r>
            <a:r>
              <a:rPr lang="en-GB" sz="2400" dirty="0">
                <a:solidFill>
                  <a:schemeClr val="accent5"/>
                </a:solidFill>
                <a:latin typeface="Arial" panose="020B0604020202020204" pitchFamily="34" charset="0"/>
                <a:cs typeface="Arial" panose="020B0604020202020204" pitchFamily="34" charset="0"/>
              </a:rPr>
              <a:t>|</a:t>
            </a:r>
            <a:r>
              <a:rPr lang="en-GB" sz="2400" dirty="0">
                <a:solidFill>
                  <a:srgbClr val="FFFFFF"/>
                </a:solidFill>
                <a:latin typeface="Arial" panose="020B0604020202020204" pitchFamily="34" charset="0"/>
                <a:cs typeface="Arial" panose="020B0604020202020204" pitchFamily="34" charset="0"/>
              </a:rPr>
              <a:t>   MAHENDIRAN M   </a:t>
            </a:r>
            <a:r>
              <a:rPr lang="en-GB" sz="2400" dirty="0">
                <a:solidFill>
                  <a:schemeClr val="accent5"/>
                </a:solidFill>
                <a:latin typeface="Arial" panose="020B0604020202020204" pitchFamily="34" charset="0"/>
                <a:cs typeface="Arial" panose="020B0604020202020204" pitchFamily="34" charset="0"/>
              </a:rPr>
              <a:t>|</a:t>
            </a:r>
            <a:r>
              <a:rPr lang="en-GB" sz="2400" dirty="0">
                <a:solidFill>
                  <a:srgbClr val="FFFFFF"/>
                </a:solidFill>
                <a:latin typeface="Arial" panose="020B0604020202020204" pitchFamily="34" charset="0"/>
                <a:cs typeface="Arial" panose="020B0604020202020204" pitchFamily="34" charset="0"/>
              </a:rPr>
              <a:t>   SARATH M R </a:t>
            </a:r>
          </a:p>
        </p:txBody>
      </p:sp>
      <p:sp>
        <p:nvSpPr>
          <p:cNvPr id="1028" name="Rectangle 39"/>
          <p:cNvSpPr>
            <a:spLocks noGrp="1" noChangeArrowheads="1"/>
          </p:cNvSpPr>
          <p:nvPr>
            <p:ph type="body" idx="1"/>
          </p:nvPr>
        </p:nvSpPr>
        <p:spPr bwMode="auto">
          <a:xfrm>
            <a:off x="736600" y="5635625"/>
            <a:ext cx="9344025" cy="238347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pic>
        <p:nvPicPr>
          <p:cNvPr id="1029" name="Picture 34" descr="KIOT Device Reversed"/>
          <p:cNvPicPr>
            <a:picLocks noChangeArrowheads="1"/>
          </p:cNvPicPr>
          <p:nvPr/>
        </p:nvPicPr>
        <p:blipFill>
          <a:blip r:embed="rId3" cstate="print"/>
          <a:srcRect/>
          <a:stretch>
            <a:fillRect/>
          </a:stretch>
        </p:blipFill>
        <p:spPr bwMode="auto">
          <a:xfrm>
            <a:off x="17503775" y="792163"/>
            <a:ext cx="3148013" cy="1019175"/>
          </a:xfrm>
          <a:prstGeom prst="rect">
            <a:avLst/>
          </a:prstGeom>
          <a:noFill/>
          <a:ln w="9525">
            <a:noFill/>
            <a:miter lim="800000"/>
            <a:headEnd/>
            <a:tailEnd/>
          </a:ln>
        </p:spPr>
      </p:pic>
      <p:sp>
        <p:nvSpPr>
          <p:cNvPr id="1030" name="Rectangle 42"/>
          <p:cNvSpPr>
            <a:spLocks noGrp="1" noChangeArrowheads="1"/>
          </p:cNvSpPr>
          <p:nvPr>
            <p:ph type="title"/>
          </p:nvPr>
        </p:nvSpPr>
        <p:spPr bwMode="auto">
          <a:xfrm>
            <a:off x="736600" y="1350963"/>
            <a:ext cx="20131088" cy="298767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GB" dirty="0"/>
              <a:t>Click to edit </a:t>
            </a:r>
            <a:br>
              <a:rPr lang="en-GB" dirty="0"/>
            </a:br>
            <a:r>
              <a:rPr lang="en-GB" dirty="0"/>
              <a:t>Master title style</a:t>
            </a:r>
          </a:p>
        </p:txBody>
      </p:sp>
      <p:sp>
        <p:nvSpPr>
          <p:cNvPr id="1067" name="Rectangle 43"/>
          <p:cNvSpPr>
            <a:spLocks noChangeArrowheads="1"/>
          </p:cNvSpPr>
          <p:nvPr/>
        </p:nvSpPr>
        <p:spPr bwMode="auto">
          <a:xfrm>
            <a:off x="0" y="0"/>
            <a:ext cx="21388388" cy="30279975"/>
          </a:xfrm>
          <a:prstGeom prst="rect">
            <a:avLst/>
          </a:prstGeom>
          <a:noFill/>
          <a:ln w="9525">
            <a:solidFill>
              <a:schemeClr val="tx2"/>
            </a:solidFill>
            <a:miter lim="800000"/>
            <a:headEnd/>
            <a:tailEnd/>
          </a:ln>
          <a:effectLst/>
        </p:spPr>
        <p:txBody>
          <a:bodyPr wrap="none" anchor="ctr"/>
          <a:lstStyle/>
          <a:p>
            <a:pPr algn="ctr" defTabSz="2952750">
              <a:defRPr/>
            </a:pPr>
            <a:endParaRPr lang="en-US"/>
          </a:p>
        </p:txBody>
      </p:sp>
    </p:spTree>
    <p:extLst>
      <p:ext uri="{BB962C8B-B14F-4D97-AF65-F5344CB8AC3E}">
        <p14:creationId xmlns:p14="http://schemas.microsoft.com/office/powerpoint/2010/main" val="1472268828"/>
      </p:ext>
    </p:extLst>
  </p:cSld>
  <p:clrMap bg1="lt1" tx1="dk1" bg2="lt2" tx2="dk2" accent1="accent1" accent2="accent2" accent3="accent3" accent4="accent4" accent5="accent5" accent6="accent6" hlink="hlink" folHlink="folHlink"/>
  <p:sldLayoutIdLst>
    <p:sldLayoutId id="2147483663" r:id="rId1"/>
  </p:sldLayoutIdLst>
  <p:txStyles>
    <p:titleStyle>
      <a:lvl1pPr algn="l" defTabSz="2952750" rtl="0" eaLnBrk="1" fontAlgn="base" hangingPunct="1">
        <a:lnSpc>
          <a:spcPct val="105000"/>
        </a:lnSpc>
        <a:spcBef>
          <a:spcPct val="60000"/>
        </a:spcBef>
        <a:spcAft>
          <a:spcPct val="0"/>
        </a:spcAft>
        <a:defRPr sz="8100" b="1">
          <a:solidFill>
            <a:schemeClr val="bg1"/>
          </a:solidFill>
          <a:latin typeface="Arial" panose="020B0604020202020204" pitchFamily="34" charset="0"/>
          <a:ea typeface="+mj-ea"/>
          <a:cs typeface="Arial" panose="020B0604020202020204" pitchFamily="34" charset="0"/>
        </a:defRPr>
      </a:lvl1pPr>
      <a:lvl2pPr algn="l" defTabSz="2952750" rtl="0" eaLnBrk="1" fontAlgn="base" hangingPunct="1">
        <a:lnSpc>
          <a:spcPct val="105000"/>
        </a:lnSpc>
        <a:spcBef>
          <a:spcPct val="60000"/>
        </a:spcBef>
        <a:spcAft>
          <a:spcPct val="0"/>
        </a:spcAft>
        <a:defRPr sz="8100">
          <a:solidFill>
            <a:schemeClr val="bg1"/>
          </a:solidFill>
          <a:latin typeface="Rdg Vesta" pitchFamily="2" charset="0"/>
        </a:defRPr>
      </a:lvl2pPr>
      <a:lvl3pPr algn="l" defTabSz="2952750" rtl="0" eaLnBrk="1" fontAlgn="base" hangingPunct="1">
        <a:lnSpc>
          <a:spcPct val="105000"/>
        </a:lnSpc>
        <a:spcBef>
          <a:spcPct val="60000"/>
        </a:spcBef>
        <a:spcAft>
          <a:spcPct val="0"/>
        </a:spcAft>
        <a:defRPr sz="8100">
          <a:solidFill>
            <a:schemeClr val="bg1"/>
          </a:solidFill>
          <a:latin typeface="Rdg Vesta" pitchFamily="2" charset="0"/>
        </a:defRPr>
      </a:lvl3pPr>
      <a:lvl4pPr algn="l" defTabSz="2952750" rtl="0" eaLnBrk="1" fontAlgn="base" hangingPunct="1">
        <a:lnSpc>
          <a:spcPct val="105000"/>
        </a:lnSpc>
        <a:spcBef>
          <a:spcPct val="60000"/>
        </a:spcBef>
        <a:spcAft>
          <a:spcPct val="0"/>
        </a:spcAft>
        <a:defRPr sz="8100">
          <a:solidFill>
            <a:schemeClr val="bg1"/>
          </a:solidFill>
          <a:latin typeface="Rdg Vesta" pitchFamily="2" charset="0"/>
        </a:defRPr>
      </a:lvl4pPr>
      <a:lvl5pPr algn="l" defTabSz="2952750" rtl="0" eaLnBrk="1" fontAlgn="base" hangingPunct="1">
        <a:lnSpc>
          <a:spcPct val="105000"/>
        </a:lnSpc>
        <a:spcBef>
          <a:spcPct val="60000"/>
        </a:spcBef>
        <a:spcAft>
          <a:spcPct val="0"/>
        </a:spcAft>
        <a:defRPr sz="8100">
          <a:solidFill>
            <a:schemeClr val="bg1"/>
          </a:solidFill>
          <a:latin typeface="Rdg Vesta" pitchFamily="2" charset="0"/>
        </a:defRPr>
      </a:lvl5pPr>
      <a:lvl6pPr marL="457200" algn="l" defTabSz="2952750" rtl="0" eaLnBrk="1" fontAlgn="base" hangingPunct="1">
        <a:lnSpc>
          <a:spcPct val="105000"/>
        </a:lnSpc>
        <a:spcBef>
          <a:spcPct val="60000"/>
        </a:spcBef>
        <a:spcAft>
          <a:spcPct val="0"/>
        </a:spcAft>
        <a:defRPr sz="8100">
          <a:solidFill>
            <a:schemeClr val="bg1"/>
          </a:solidFill>
          <a:latin typeface="Rdg Vesta" pitchFamily="2" charset="0"/>
        </a:defRPr>
      </a:lvl6pPr>
      <a:lvl7pPr marL="914400" algn="l" defTabSz="2952750" rtl="0" eaLnBrk="1" fontAlgn="base" hangingPunct="1">
        <a:lnSpc>
          <a:spcPct val="105000"/>
        </a:lnSpc>
        <a:spcBef>
          <a:spcPct val="60000"/>
        </a:spcBef>
        <a:spcAft>
          <a:spcPct val="0"/>
        </a:spcAft>
        <a:defRPr sz="8100">
          <a:solidFill>
            <a:schemeClr val="bg1"/>
          </a:solidFill>
          <a:latin typeface="Rdg Vesta" pitchFamily="2" charset="0"/>
        </a:defRPr>
      </a:lvl7pPr>
      <a:lvl8pPr marL="1371600" algn="l" defTabSz="2952750" rtl="0" eaLnBrk="1" fontAlgn="base" hangingPunct="1">
        <a:lnSpc>
          <a:spcPct val="105000"/>
        </a:lnSpc>
        <a:spcBef>
          <a:spcPct val="60000"/>
        </a:spcBef>
        <a:spcAft>
          <a:spcPct val="0"/>
        </a:spcAft>
        <a:defRPr sz="8100">
          <a:solidFill>
            <a:schemeClr val="bg1"/>
          </a:solidFill>
          <a:latin typeface="Rdg Vesta" pitchFamily="2" charset="0"/>
        </a:defRPr>
      </a:lvl8pPr>
      <a:lvl9pPr marL="1828800" algn="l" defTabSz="2952750" rtl="0" eaLnBrk="1" fontAlgn="base" hangingPunct="1">
        <a:lnSpc>
          <a:spcPct val="105000"/>
        </a:lnSpc>
        <a:spcBef>
          <a:spcPct val="60000"/>
        </a:spcBef>
        <a:spcAft>
          <a:spcPct val="0"/>
        </a:spcAft>
        <a:defRPr sz="8100">
          <a:solidFill>
            <a:schemeClr val="bg1"/>
          </a:solidFill>
          <a:latin typeface="Rdg Vesta" pitchFamily="2" charset="0"/>
        </a:defRPr>
      </a:lvl9pPr>
    </p:titleStyle>
    <p:bodyStyle>
      <a:lvl1pPr marL="455613" indent="-455613" algn="l" defTabSz="2952750" rtl="0" eaLnBrk="1" fontAlgn="base" hangingPunct="1">
        <a:lnSpc>
          <a:spcPct val="125000"/>
        </a:lnSpc>
        <a:spcBef>
          <a:spcPct val="60000"/>
        </a:spcBef>
        <a:spcAft>
          <a:spcPct val="0"/>
        </a:spcAft>
        <a:buClr>
          <a:schemeClr val="tx2"/>
        </a:buClr>
        <a:buChar char="•"/>
        <a:defRPr sz="2600">
          <a:solidFill>
            <a:schemeClr val="tx1"/>
          </a:solidFill>
          <a:latin typeface="Arial" panose="020B0604020202020204" pitchFamily="34" charset="0"/>
          <a:ea typeface="+mn-ea"/>
          <a:cs typeface="Arial" panose="020B0604020202020204" pitchFamily="34" charset="0"/>
        </a:defRPr>
      </a:lvl1pPr>
      <a:lvl2pPr marL="1000125" indent="-457200" algn="l" defTabSz="2952750" rtl="0" eaLnBrk="1" fontAlgn="base" hangingPunct="1">
        <a:lnSpc>
          <a:spcPct val="125000"/>
        </a:lnSpc>
        <a:spcBef>
          <a:spcPct val="40000"/>
        </a:spcBef>
        <a:spcAft>
          <a:spcPct val="0"/>
        </a:spcAft>
        <a:buClr>
          <a:schemeClr val="tx2"/>
        </a:buClr>
        <a:buChar char="•"/>
        <a:defRPr sz="2600">
          <a:solidFill>
            <a:schemeClr val="tx1"/>
          </a:solidFill>
          <a:latin typeface="Arial" panose="020B0604020202020204" pitchFamily="34" charset="0"/>
          <a:cs typeface="Arial" panose="020B0604020202020204" pitchFamily="34" charset="0"/>
        </a:defRPr>
      </a:lvl2pPr>
      <a:lvl3pPr marL="1331913" indent="-342900" algn="l" defTabSz="2952750" rtl="0" eaLnBrk="1" fontAlgn="base" hangingPunct="1">
        <a:lnSpc>
          <a:spcPct val="125000"/>
        </a:lnSpc>
        <a:spcBef>
          <a:spcPct val="30000"/>
        </a:spcBef>
        <a:spcAft>
          <a:spcPct val="0"/>
        </a:spcAft>
        <a:buClr>
          <a:schemeClr val="tx2"/>
        </a:buClr>
        <a:buChar char="•"/>
        <a:defRPr sz="2200">
          <a:solidFill>
            <a:schemeClr val="tx1"/>
          </a:solidFill>
          <a:latin typeface="Arial" panose="020B0604020202020204" pitchFamily="34" charset="0"/>
          <a:cs typeface="Arial" panose="020B0604020202020204" pitchFamily="34" charset="0"/>
        </a:defRPr>
      </a:lvl3pPr>
      <a:lvl4pPr marL="1644650" indent="-301625" algn="l" defTabSz="2952750" rtl="0" eaLnBrk="1" fontAlgn="base" hangingPunct="1">
        <a:lnSpc>
          <a:spcPct val="125000"/>
        </a:lnSpc>
        <a:spcBef>
          <a:spcPct val="4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4pPr>
      <a:lvl5pPr marL="2562225" indent="-738188" algn="l" defTabSz="2952750" rtl="0" eaLnBrk="1" fontAlgn="base" hangingPunct="1">
        <a:lnSpc>
          <a:spcPct val="125000"/>
        </a:lnSpc>
        <a:spcBef>
          <a:spcPct val="60000"/>
        </a:spcBef>
        <a:spcAft>
          <a:spcPct val="0"/>
        </a:spcAft>
        <a:buChar char="»"/>
        <a:defRPr>
          <a:solidFill>
            <a:schemeClr val="tx1"/>
          </a:solidFill>
          <a:latin typeface="+mn-lt"/>
        </a:defRPr>
      </a:lvl5pPr>
      <a:lvl6pPr marL="3019425" indent="-738188" algn="l" defTabSz="2952750" rtl="0" eaLnBrk="1" fontAlgn="base" hangingPunct="1">
        <a:lnSpc>
          <a:spcPct val="125000"/>
        </a:lnSpc>
        <a:spcBef>
          <a:spcPct val="60000"/>
        </a:spcBef>
        <a:spcAft>
          <a:spcPct val="0"/>
        </a:spcAft>
        <a:buChar char="»"/>
        <a:defRPr>
          <a:solidFill>
            <a:schemeClr val="tx1"/>
          </a:solidFill>
          <a:latin typeface="+mn-lt"/>
        </a:defRPr>
      </a:lvl6pPr>
      <a:lvl7pPr marL="3476625" indent="-738188" algn="l" defTabSz="2952750" rtl="0" eaLnBrk="1" fontAlgn="base" hangingPunct="1">
        <a:lnSpc>
          <a:spcPct val="125000"/>
        </a:lnSpc>
        <a:spcBef>
          <a:spcPct val="60000"/>
        </a:spcBef>
        <a:spcAft>
          <a:spcPct val="0"/>
        </a:spcAft>
        <a:buChar char="»"/>
        <a:defRPr>
          <a:solidFill>
            <a:schemeClr val="tx1"/>
          </a:solidFill>
          <a:latin typeface="+mn-lt"/>
        </a:defRPr>
      </a:lvl7pPr>
      <a:lvl8pPr marL="3933825" indent="-738188" algn="l" defTabSz="2952750" rtl="0" eaLnBrk="1" fontAlgn="base" hangingPunct="1">
        <a:lnSpc>
          <a:spcPct val="125000"/>
        </a:lnSpc>
        <a:spcBef>
          <a:spcPct val="60000"/>
        </a:spcBef>
        <a:spcAft>
          <a:spcPct val="0"/>
        </a:spcAft>
        <a:buChar char="»"/>
        <a:defRPr>
          <a:solidFill>
            <a:schemeClr val="tx1"/>
          </a:solidFill>
          <a:latin typeface="+mn-lt"/>
        </a:defRPr>
      </a:lvl8pPr>
      <a:lvl9pPr marL="4391025" indent="-738188" algn="l" defTabSz="2952750" rtl="0" eaLnBrk="1" fontAlgn="base" hangingPunct="1">
        <a:lnSpc>
          <a:spcPct val="125000"/>
        </a:lnSpc>
        <a:spcBef>
          <a:spcPct val="6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9537" userDrawn="1">
          <p15:clr>
            <a:srgbClr val="F26B43"/>
          </p15:clr>
        </p15:guide>
        <p15:guide id="2" pos="673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57" name="Rectangle 33"/>
          <p:cNvSpPr>
            <a:spLocks noChangeArrowheads="1"/>
          </p:cNvSpPr>
          <p:nvPr/>
        </p:nvSpPr>
        <p:spPr bwMode="auto">
          <a:xfrm>
            <a:off x="0" y="0"/>
            <a:ext cx="21388388" cy="5168900"/>
          </a:xfrm>
          <a:prstGeom prst="rect">
            <a:avLst/>
          </a:prstGeom>
          <a:solidFill>
            <a:schemeClr val="tx2"/>
          </a:solidFill>
          <a:ln w="9525">
            <a:noFill/>
            <a:miter lim="800000"/>
            <a:headEnd/>
            <a:tailEnd/>
          </a:ln>
        </p:spPr>
        <p:txBody>
          <a:bodyPr wrap="none" anchor="ctr"/>
          <a:lstStyle/>
          <a:p>
            <a:pPr>
              <a:defRPr/>
            </a:pPr>
            <a:endParaRPr lang="en-GB"/>
          </a:p>
        </p:txBody>
      </p:sp>
      <p:sp>
        <p:nvSpPr>
          <p:cNvPr id="1062" name="Text Box 38"/>
          <p:cNvSpPr txBox="1">
            <a:spLocks noChangeArrowheads="1"/>
          </p:cNvSpPr>
          <p:nvPr/>
        </p:nvSpPr>
        <p:spPr bwMode="auto">
          <a:xfrm>
            <a:off x="668338" y="4533900"/>
            <a:ext cx="19962812" cy="545143"/>
          </a:xfrm>
          <a:prstGeom prst="rect">
            <a:avLst/>
          </a:prstGeom>
          <a:solidFill>
            <a:schemeClr val="tx2"/>
          </a:solidFill>
          <a:ln w="9525">
            <a:noFill/>
            <a:miter lim="800000"/>
            <a:headEnd/>
            <a:tailEnd/>
          </a:ln>
        </p:spPr>
        <p:txBody>
          <a:bodyPr lIns="91436" tIns="45717" rIns="91436" bIns="45717">
            <a:spAutoFit/>
          </a:bodyPr>
          <a:lstStyle/>
          <a:p>
            <a:pPr defTabSz="912813" eaLnBrk="0" hangingPunct="0">
              <a:lnSpc>
                <a:spcPct val="110000"/>
              </a:lnSpc>
              <a:defRPr/>
            </a:pPr>
            <a:r>
              <a:rPr lang="en-GB" sz="2900" dirty="0">
                <a:solidFill>
                  <a:srgbClr val="FFFFFF"/>
                </a:solidFill>
                <a:latin typeface="Arial" panose="020B0604020202020204" pitchFamily="34" charset="0"/>
                <a:cs typeface="Arial" panose="020B0604020202020204" pitchFamily="34" charset="0"/>
              </a:rPr>
              <a:t>Author 1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Author 2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Author 3   (edit this list via View &gt; Slide Master)</a:t>
            </a:r>
            <a:endParaRPr lang="en-GB" sz="2000" dirty="0">
              <a:solidFill>
                <a:srgbClr val="FFFFFF"/>
              </a:solidFill>
              <a:latin typeface="Arial" panose="020B0604020202020204" pitchFamily="34" charset="0"/>
              <a:cs typeface="Arial" panose="020B0604020202020204" pitchFamily="34" charset="0"/>
            </a:endParaRPr>
          </a:p>
        </p:txBody>
      </p:sp>
      <p:sp>
        <p:nvSpPr>
          <p:cNvPr id="1028" name="Rectangle 39"/>
          <p:cNvSpPr>
            <a:spLocks noGrp="1" noChangeArrowheads="1"/>
          </p:cNvSpPr>
          <p:nvPr>
            <p:ph type="body" idx="1"/>
          </p:nvPr>
        </p:nvSpPr>
        <p:spPr bwMode="auto">
          <a:xfrm>
            <a:off x="736600" y="5635625"/>
            <a:ext cx="9344025" cy="238347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pic>
        <p:nvPicPr>
          <p:cNvPr id="1029" name="Picture 34" descr="KIOT Device Reversed"/>
          <p:cNvPicPr>
            <a:picLocks noChangeArrowheads="1"/>
          </p:cNvPicPr>
          <p:nvPr/>
        </p:nvPicPr>
        <p:blipFill>
          <a:blip r:embed="rId3" cstate="print"/>
          <a:srcRect/>
          <a:stretch>
            <a:fillRect/>
          </a:stretch>
        </p:blipFill>
        <p:spPr bwMode="auto">
          <a:xfrm>
            <a:off x="17503775" y="792163"/>
            <a:ext cx="3148013" cy="1019175"/>
          </a:xfrm>
          <a:prstGeom prst="rect">
            <a:avLst/>
          </a:prstGeom>
          <a:noFill/>
          <a:ln w="9525">
            <a:noFill/>
            <a:miter lim="800000"/>
            <a:headEnd/>
            <a:tailEnd/>
          </a:ln>
        </p:spPr>
      </p:pic>
      <p:sp>
        <p:nvSpPr>
          <p:cNvPr id="1030" name="Rectangle 42"/>
          <p:cNvSpPr>
            <a:spLocks noGrp="1" noChangeArrowheads="1"/>
          </p:cNvSpPr>
          <p:nvPr>
            <p:ph type="title"/>
          </p:nvPr>
        </p:nvSpPr>
        <p:spPr bwMode="auto">
          <a:xfrm>
            <a:off x="736600" y="1350963"/>
            <a:ext cx="20131088" cy="298767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GB" dirty="0"/>
              <a:t>Click to edit </a:t>
            </a:r>
            <a:br>
              <a:rPr lang="en-GB" dirty="0"/>
            </a:br>
            <a:r>
              <a:rPr lang="en-GB" dirty="0"/>
              <a:t>Master title style</a:t>
            </a:r>
          </a:p>
        </p:txBody>
      </p:sp>
      <p:sp>
        <p:nvSpPr>
          <p:cNvPr id="1061" name="Text Box 37"/>
          <p:cNvSpPr txBox="1">
            <a:spLocks noChangeArrowheads="1"/>
          </p:cNvSpPr>
          <p:nvPr/>
        </p:nvSpPr>
        <p:spPr bwMode="auto">
          <a:xfrm>
            <a:off x="736600" y="792163"/>
            <a:ext cx="10461625" cy="701675"/>
          </a:xfrm>
          <a:prstGeom prst="rect">
            <a:avLst/>
          </a:prstGeom>
          <a:noFill/>
          <a:ln w="9525">
            <a:noFill/>
            <a:miter lim="800000"/>
            <a:headEnd/>
            <a:tailEnd/>
          </a:ln>
        </p:spPr>
        <p:txBody>
          <a:bodyPr lIns="0" tIns="0" rIns="0" bIns="0">
            <a:spAutoFit/>
          </a:bodyPr>
          <a:lstStyle/>
          <a:p>
            <a:pPr defTabSz="912813" eaLnBrk="0" hangingPunct="0">
              <a:spcBef>
                <a:spcPct val="50000"/>
              </a:spcBef>
              <a:defRPr/>
            </a:pPr>
            <a:r>
              <a:rPr lang="en-GB" sz="2300" b="1" dirty="0">
                <a:solidFill>
                  <a:srgbClr val="FFFFFF"/>
                </a:solidFill>
                <a:latin typeface="Arial" panose="020B0604020202020204" pitchFamily="34" charset="0"/>
                <a:cs typeface="Arial" panose="020B0604020202020204" pitchFamily="34" charset="0"/>
              </a:rPr>
              <a:t>Insert your unit name via </a:t>
            </a:r>
            <a:br>
              <a:rPr lang="en-GB" sz="2300" b="1" dirty="0">
                <a:solidFill>
                  <a:srgbClr val="FFFFFF"/>
                </a:solidFill>
                <a:latin typeface="Arial" panose="020B0604020202020204" pitchFamily="34" charset="0"/>
                <a:cs typeface="Arial" panose="020B0604020202020204" pitchFamily="34" charset="0"/>
              </a:rPr>
            </a:br>
            <a:r>
              <a:rPr lang="en-GB" sz="2300" b="1" dirty="0">
                <a:solidFill>
                  <a:srgbClr val="FFFFFF"/>
                </a:solidFill>
                <a:latin typeface="Arial" panose="020B0604020202020204" pitchFamily="34" charset="0"/>
                <a:cs typeface="Arial" panose="020B0604020202020204" pitchFamily="34" charset="0"/>
              </a:rPr>
              <a:t>View &gt; Slide Master</a:t>
            </a:r>
          </a:p>
        </p:txBody>
      </p:sp>
      <p:sp>
        <p:nvSpPr>
          <p:cNvPr id="1067" name="Rectangle 43"/>
          <p:cNvSpPr>
            <a:spLocks noChangeArrowheads="1"/>
          </p:cNvSpPr>
          <p:nvPr/>
        </p:nvSpPr>
        <p:spPr bwMode="auto">
          <a:xfrm>
            <a:off x="0" y="0"/>
            <a:ext cx="21388388" cy="30279975"/>
          </a:xfrm>
          <a:prstGeom prst="rect">
            <a:avLst/>
          </a:prstGeom>
          <a:noFill/>
          <a:ln w="9525">
            <a:solidFill>
              <a:schemeClr val="tx2"/>
            </a:solidFill>
            <a:miter lim="800000"/>
            <a:headEnd/>
            <a:tailEnd/>
          </a:ln>
          <a:effectLst/>
        </p:spPr>
        <p:txBody>
          <a:bodyPr wrap="none" anchor="ctr"/>
          <a:lstStyle/>
          <a:p>
            <a:pPr algn="ctr" defTabSz="2952750">
              <a:defRPr/>
            </a:pPr>
            <a:endParaRPr lang="en-US"/>
          </a:p>
        </p:txBody>
      </p:sp>
    </p:spTree>
    <p:extLst>
      <p:ext uri="{BB962C8B-B14F-4D97-AF65-F5344CB8AC3E}">
        <p14:creationId xmlns:p14="http://schemas.microsoft.com/office/powerpoint/2010/main" val="1241107756"/>
      </p:ext>
    </p:extLst>
  </p:cSld>
  <p:clrMap bg1="lt1" tx1="dk1" bg2="lt2" tx2="dk2" accent1="accent1" accent2="accent2" accent3="accent3" accent4="accent4" accent5="accent5" accent6="accent6" hlink="hlink" folHlink="folHlink"/>
  <p:sldLayoutIdLst>
    <p:sldLayoutId id="2147483675" r:id="rId1"/>
  </p:sldLayoutIdLst>
  <p:txStyles>
    <p:titleStyle>
      <a:lvl1pPr algn="l" defTabSz="2952750" rtl="0" eaLnBrk="1" fontAlgn="base" hangingPunct="1">
        <a:lnSpc>
          <a:spcPct val="105000"/>
        </a:lnSpc>
        <a:spcBef>
          <a:spcPct val="60000"/>
        </a:spcBef>
        <a:spcAft>
          <a:spcPct val="0"/>
        </a:spcAft>
        <a:defRPr sz="8100" b="1">
          <a:solidFill>
            <a:schemeClr val="bg1"/>
          </a:solidFill>
          <a:latin typeface="Arial" panose="020B0604020202020204" pitchFamily="34" charset="0"/>
          <a:ea typeface="+mj-ea"/>
          <a:cs typeface="Arial" panose="020B0604020202020204" pitchFamily="34" charset="0"/>
        </a:defRPr>
      </a:lvl1pPr>
      <a:lvl2pPr algn="l" defTabSz="2952750" rtl="0" eaLnBrk="1" fontAlgn="base" hangingPunct="1">
        <a:lnSpc>
          <a:spcPct val="105000"/>
        </a:lnSpc>
        <a:spcBef>
          <a:spcPct val="60000"/>
        </a:spcBef>
        <a:spcAft>
          <a:spcPct val="0"/>
        </a:spcAft>
        <a:defRPr sz="8100">
          <a:solidFill>
            <a:schemeClr val="bg1"/>
          </a:solidFill>
          <a:latin typeface="Rdg Vesta" pitchFamily="2" charset="0"/>
        </a:defRPr>
      </a:lvl2pPr>
      <a:lvl3pPr algn="l" defTabSz="2952750" rtl="0" eaLnBrk="1" fontAlgn="base" hangingPunct="1">
        <a:lnSpc>
          <a:spcPct val="105000"/>
        </a:lnSpc>
        <a:spcBef>
          <a:spcPct val="60000"/>
        </a:spcBef>
        <a:spcAft>
          <a:spcPct val="0"/>
        </a:spcAft>
        <a:defRPr sz="8100">
          <a:solidFill>
            <a:schemeClr val="bg1"/>
          </a:solidFill>
          <a:latin typeface="Rdg Vesta" pitchFamily="2" charset="0"/>
        </a:defRPr>
      </a:lvl3pPr>
      <a:lvl4pPr algn="l" defTabSz="2952750" rtl="0" eaLnBrk="1" fontAlgn="base" hangingPunct="1">
        <a:lnSpc>
          <a:spcPct val="105000"/>
        </a:lnSpc>
        <a:spcBef>
          <a:spcPct val="60000"/>
        </a:spcBef>
        <a:spcAft>
          <a:spcPct val="0"/>
        </a:spcAft>
        <a:defRPr sz="8100">
          <a:solidFill>
            <a:schemeClr val="bg1"/>
          </a:solidFill>
          <a:latin typeface="Rdg Vesta" pitchFamily="2" charset="0"/>
        </a:defRPr>
      </a:lvl4pPr>
      <a:lvl5pPr algn="l" defTabSz="2952750" rtl="0" eaLnBrk="1" fontAlgn="base" hangingPunct="1">
        <a:lnSpc>
          <a:spcPct val="105000"/>
        </a:lnSpc>
        <a:spcBef>
          <a:spcPct val="60000"/>
        </a:spcBef>
        <a:spcAft>
          <a:spcPct val="0"/>
        </a:spcAft>
        <a:defRPr sz="8100">
          <a:solidFill>
            <a:schemeClr val="bg1"/>
          </a:solidFill>
          <a:latin typeface="Rdg Vesta" pitchFamily="2" charset="0"/>
        </a:defRPr>
      </a:lvl5pPr>
      <a:lvl6pPr marL="457200" algn="l" defTabSz="2952750" rtl="0" eaLnBrk="1" fontAlgn="base" hangingPunct="1">
        <a:lnSpc>
          <a:spcPct val="105000"/>
        </a:lnSpc>
        <a:spcBef>
          <a:spcPct val="60000"/>
        </a:spcBef>
        <a:spcAft>
          <a:spcPct val="0"/>
        </a:spcAft>
        <a:defRPr sz="8100">
          <a:solidFill>
            <a:schemeClr val="bg1"/>
          </a:solidFill>
          <a:latin typeface="Rdg Vesta" pitchFamily="2" charset="0"/>
        </a:defRPr>
      </a:lvl6pPr>
      <a:lvl7pPr marL="914400" algn="l" defTabSz="2952750" rtl="0" eaLnBrk="1" fontAlgn="base" hangingPunct="1">
        <a:lnSpc>
          <a:spcPct val="105000"/>
        </a:lnSpc>
        <a:spcBef>
          <a:spcPct val="60000"/>
        </a:spcBef>
        <a:spcAft>
          <a:spcPct val="0"/>
        </a:spcAft>
        <a:defRPr sz="8100">
          <a:solidFill>
            <a:schemeClr val="bg1"/>
          </a:solidFill>
          <a:latin typeface="Rdg Vesta" pitchFamily="2" charset="0"/>
        </a:defRPr>
      </a:lvl7pPr>
      <a:lvl8pPr marL="1371600" algn="l" defTabSz="2952750" rtl="0" eaLnBrk="1" fontAlgn="base" hangingPunct="1">
        <a:lnSpc>
          <a:spcPct val="105000"/>
        </a:lnSpc>
        <a:spcBef>
          <a:spcPct val="60000"/>
        </a:spcBef>
        <a:spcAft>
          <a:spcPct val="0"/>
        </a:spcAft>
        <a:defRPr sz="8100">
          <a:solidFill>
            <a:schemeClr val="bg1"/>
          </a:solidFill>
          <a:latin typeface="Rdg Vesta" pitchFamily="2" charset="0"/>
        </a:defRPr>
      </a:lvl8pPr>
      <a:lvl9pPr marL="1828800" algn="l" defTabSz="2952750" rtl="0" eaLnBrk="1" fontAlgn="base" hangingPunct="1">
        <a:lnSpc>
          <a:spcPct val="105000"/>
        </a:lnSpc>
        <a:spcBef>
          <a:spcPct val="60000"/>
        </a:spcBef>
        <a:spcAft>
          <a:spcPct val="0"/>
        </a:spcAft>
        <a:defRPr sz="8100">
          <a:solidFill>
            <a:schemeClr val="bg1"/>
          </a:solidFill>
          <a:latin typeface="Rdg Vesta" pitchFamily="2" charset="0"/>
        </a:defRPr>
      </a:lvl9pPr>
    </p:titleStyle>
    <p:bodyStyle>
      <a:lvl1pPr marL="455613" indent="-455613" algn="l" defTabSz="2952750" rtl="0" eaLnBrk="1" fontAlgn="base" hangingPunct="1">
        <a:lnSpc>
          <a:spcPct val="125000"/>
        </a:lnSpc>
        <a:spcBef>
          <a:spcPct val="60000"/>
        </a:spcBef>
        <a:spcAft>
          <a:spcPct val="0"/>
        </a:spcAft>
        <a:buClr>
          <a:schemeClr val="tx2"/>
        </a:buClr>
        <a:buChar char="•"/>
        <a:defRPr sz="2600">
          <a:solidFill>
            <a:schemeClr val="tx1"/>
          </a:solidFill>
          <a:latin typeface="Arial" panose="020B0604020202020204" pitchFamily="34" charset="0"/>
          <a:ea typeface="+mn-ea"/>
          <a:cs typeface="Arial" panose="020B0604020202020204" pitchFamily="34" charset="0"/>
        </a:defRPr>
      </a:lvl1pPr>
      <a:lvl2pPr marL="1000125" indent="-457200" algn="l" defTabSz="2952750" rtl="0" eaLnBrk="1" fontAlgn="base" hangingPunct="1">
        <a:lnSpc>
          <a:spcPct val="125000"/>
        </a:lnSpc>
        <a:spcBef>
          <a:spcPct val="40000"/>
        </a:spcBef>
        <a:spcAft>
          <a:spcPct val="0"/>
        </a:spcAft>
        <a:buClr>
          <a:schemeClr val="tx2"/>
        </a:buClr>
        <a:buChar char="•"/>
        <a:defRPr sz="2600">
          <a:solidFill>
            <a:schemeClr val="tx1"/>
          </a:solidFill>
          <a:latin typeface="Arial" panose="020B0604020202020204" pitchFamily="34" charset="0"/>
          <a:cs typeface="Arial" panose="020B0604020202020204" pitchFamily="34" charset="0"/>
        </a:defRPr>
      </a:lvl2pPr>
      <a:lvl3pPr marL="1331913" indent="-342900" algn="l" defTabSz="2952750" rtl="0" eaLnBrk="1" fontAlgn="base" hangingPunct="1">
        <a:lnSpc>
          <a:spcPct val="125000"/>
        </a:lnSpc>
        <a:spcBef>
          <a:spcPct val="30000"/>
        </a:spcBef>
        <a:spcAft>
          <a:spcPct val="0"/>
        </a:spcAft>
        <a:buClr>
          <a:schemeClr val="tx2"/>
        </a:buClr>
        <a:buChar char="•"/>
        <a:defRPr sz="2200">
          <a:solidFill>
            <a:schemeClr val="tx1"/>
          </a:solidFill>
          <a:latin typeface="Arial" panose="020B0604020202020204" pitchFamily="34" charset="0"/>
          <a:cs typeface="Arial" panose="020B0604020202020204" pitchFamily="34" charset="0"/>
        </a:defRPr>
      </a:lvl3pPr>
      <a:lvl4pPr marL="1644650" indent="-301625" algn="l" defTabSz="2952750" rtl="0" eaLnBrk="1" fontAlgn="base" hangingPunct="1">
        <a:lnSpc>
          <a:spcPct val="125000"/>
        </a:lnSpc>
        <a:spcBef>
          <a:spcPct val="4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4pPr>
      <a:lvl5pPr marL="2562225" indent="-738188" algn="l" defTabSz="2952750" rtl="0" eaLnBrk="1" fontAlgn="base" hangingPunct="1">
        <a:lnSpc>
          <a:spcPct val="125000"/>
        </a:lnSpc>
        <a:spcBef>
          <a:spcPct val="60000"/>
        </a:spcBef>
        <a:spcAft>
          <a:spcPct val="0"/>
        </a:spcAft>
        <a:buChar char="»"/>
        <a:defRPr>
          <a:solidFill>
            <a:schemeClr val="tx1"/>
          </a:solidFill>
          <a:latin typeface="+mn-lt"/>
        </a:defRPr>
      </a:lvl5pPr>
      <a:lvl6pPr marL="3019425" indent="-738188" algn="l" defTabSz="2952750" rtl="0" eaLnBrk="1" fontAlgn="base" hangingPunct="1">
        <a:lnSpc>
          <a:spcPct val="125000"/>
        </a:lnSpc>
        <a:spcBef>
          <a:spcPct val="60000"/>
        </a:spcBef>
        <a:spcAft>
          <a:spcPct val="0"/>
        </a:spcAft>
        <a:buChar char="»"/>
        <a:defRPr>
          <a:solidFill>
            <a:schemeClr val="tx1"/>
          </a:solidFill>
          <a:latin typeface="+mn-lt"/>
        </a:defRPr>
      </a:lvl6pPr>
      <a:lvl7pPr marL="3476625" indent="-738188" algn="l" defTabSz="2952750" rtl="0" eaLnBrk="1" fontAlgn="base" hangingPunct="1">
        <a:lnSpc>
          <a:spcPct val="125000"/>
        </a:lnSpc>
        <a:spcBef>
          <a:spcPct val="60000"/>
        </a:spcBef>
        <a:spcAft>
          <a:spcPct val="0"/>
        </a:spcAft>
        <a:buChar char="»"/>
        <a:defRPr>
          <a:solidFill>
            <a:schemeClr val="tx1"/>
          </a:solidFill>
          <a:latin typeface="+mn-lt"/>
        </a:defRPr>
      </a:lvl7pPr>
      <a:lvl8pPr marL="3933825" indent="-738188" algn="l" defTabSz="2952750" rtl="0" eaLnBrk="1" fontAlgn="base" hangingPunct="1">
        <a:lnSpc>
          <a:spcPct val="125000"/>
        </a:lnSpc>
        <a:spcBef>
          <a:spcPct val="60000"/>
        </a:spcBef>
        <a:spcAft>
          <a:spcPct val="0"/>
        </a:spcAft>
        <a:buChar char="»"/>
        <a:defRPr>
          <a:solidFill>
            <a:schemeClr val="tx1"/>
          </a:solidFill>
          <a:latin typeface="+mn-lt"/>
        </a:defRPr>
      </a:lvl8pPr>
      <a:lvl9pPr marL="4391025" indent="-738188" algn="l" defTabSz="2952750" rtl="0" eaLnBrk="1" fontAlgn="base" hangingPunct="1">
        <a:lnSpc>
          <a:spcPct val="125000"/>
        </a:lnSpc>
        <a:spcBef>
          <a:spcPct val="6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9537" userDrawn="1">
          <p15:clr>
            <a:srgbClr val="F26B43"/>
          </p15:clr>
        </p15:guide>
        <p15:guide id="2" pos="6736"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57" name="Rectangle 33"/>
          <p:cNvSpPr>
            <a:spLocks noChangeArrowheads="1"/>
          </p:cNvSpPr>
          <p:nvPr/>
        </p:nvSpPr>
        <p:spPr bwMode="auto">
          <a:xfrm>
            <a:off x="0" y="0"/>
            <a:ext cx="21388388" cy="5168900"/>
          </a:xfrm>
          <a:prstGeom prst="rect">
            <a:avLst/>
          </a:prstGeom>
          <a:solidFill>
            <a:schemeClr val="tx2"/>
          </a:solidFill>
          <a:ln w="9525">
            <a:noFill/>
            <a:miter lim="800000"/>
            <a:headEnd/>
            <a:tailEnd/>
          </a:ln>
        </p:spPr>
        <p:txBody>
          <a:bodyPr wrap="none" anchor="ctr"/>
          <a:lstStyle/>
          <a:p>
            <a:pPr>
              <a:defRPr/>
            </a:pPr>
            <a:endParaRPr lang="en-GB"/>
          </a:p>
        </p:txBody>
      </p:sp>
      <p:sp>
        <p:nvSpPr>
          <p:cNvPr id="1062" name="Text Box 38"/>
          <p:cNvSpPr txBox="1">
            <a:spLocks noChangeArrowheads="1"/>
          </p:cNvSpPr>
          <p:nvPr/>
        </p:nvSpPr>
        <p:spPr bwMode="auto">
          <a:xfrm>
            <a:off x="668338" y="4533900"/>
            <a:ext cx="19962812" cy="545143"/>
          </a:xfrm>
          <a:prstGeom prst="rect">
            <a:avLst/>
          </a:prstGeom>
          <a:solidFill>
            <a:schemeClr val="tx2"/>
          </a:solidFill>
          <a:ln w="9525">
            <a:noFill/>
            <a:miter lim="800000"/>
            <a:headEnd/>
            <a:tailEnd/>
          </a:ln>
        </p:spPr>
        <p:txBody>
          <a:bodyPr lIns="91436" tIns="45717" rIns="91436" bIns="45717">
            <a:spAutoFit/>
          </a:bodyPr>
          <a:lstStyle/>
          <a:p>
            <a:pPr defTabSz="912813" eaLnBrk="0" hangingPunct="0">
              <a:lnSpc>
                <a:spcPct val="110000"/>
              </a:lnSpc>
              <a:defRPr/>
            </a:pPr>
            <a:r>
              <a:rPr lang="en-GB" sz="2900" dirty="0">
                <a:solidFill>
                  <a:srgbClr val="FFFFFF"/>
                </a:solidFill>
                <a:latin typeface="Arial" panose="020B0604020202020204" pitchFamily="34" charset="0"/>
                <a:cs typeface="Arial" panose="020B0604020202020204" pitchFamily="34" charset="0"/>
              </a:rPr>
              <a:t>Author 1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Author 2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Author 3   (edit this list via View &gt; Slide Master)</a:t>
            </a:r>
            <a:endParaRPr lang="en-GB" sz="2000" dirty="0">
              <a:solidFill>
                <a:srgbClr val="FFFFFF"/>
              </a:solidFill>
              <a:latin typeface="Arial" panose="020B0604020202020204" pitchFamily="34" charset="0"/>
              <a:cs typeface="Arial" panose="020B0604020202020204" pitchFamily="34" charset="0"/>
            </a:endParaRPr>
          </a:p>
        </p:txBody>
      </p:sp>
      <p:sp>
        <p:nvSpPr>
          <p:cNvPr id="1028" name="Rectangle 39"/>
          <p:cNvSpPr>
            <a:spLocks noGrp="1" noChangeArrowheads="1"/>
          </p:cNvSpPr>
          <p:nvPr>
            <p:ph type="body" idx="1"/>
          </p:nvPr>
        </p:nvSpPr>
        <p:spPr bwMode="auto">
          <a:xfrm>
            <a:off x="736600" y="5635625"/>
            <a:ext cx="9344025" cy="238347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pic>
        <p:nvPicPr>
          <p:cNvPr id="1029" name="Picture 34" descr="KIOT Device Reversed"/>
          <p:cNvPicPr>
            <a:picLocks noChangeArrowheads="1"/>
          </p:cNvPicPr>
          <p:nvPr/>
        </p:nvPicPr>
        <p:blipFill>
          <a:blip r:embed="rId3" cstate="print"/>
          <a:srcRect/>
          <a:stretch>
            <a:fillRect/>
          </a:stretch>
        </p:blipFill>
        <p:spPr bwMode="auto">
          <a:xfrm>
            <a:off x="17503775" y="792163"/>
            <a:ext cx="3148013" cy="1019175"/>
          </a:xfrm>
          <a:prstGeom prst="rect">
            <a:avLst/>
          </a:prstGeom>
          <a:noFill/>
          <a:ln w="9525">
            <a:noFill/>
            <a:miter lim="800000"/>
            <a:headEnd/>
            <a:tailEnd/>
          </a:ln>
        </p:spPr>
      </p:pic>
      <p:sp>
        <p:nvSpPr>
          <p:cNvPr id="1030" name="Rectangle 42"/>
          <p:cNvSpPr>
            <a:spLocks noGrp="1" noChangeArrowheads="1"/>
          </p:cNvSpPr>
          <p:nvPr>
            <p:ph type="title"/>
          </p:nvPr>
        </p:nvSpPr>
        <p:spPr bwMode="auto">
          <a:xfrm>
            <a:off x="736600" y="1350963"/>
            <a:ext cx="20131088" cy="298767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GB" dirty="0"/>
              <a:t>Click to edit </a:t>
            </a:r>
            <a:br>
              <a:rPr lang="en-GB" dirty="0"/>
            </a:br>
            <a:r>
              <a:rPr lang="en-GB" dirty="0"/>
              <a:t>Master title style</a:t>
            </a:r>
          </a:p>
        </p:txBody>
      </p:sp>
      <p:sp>
        <p:nvSpPr>
          <p:cNvPr id="1061" name="Text Box 37"/>
          <p:cNvSpPr txBox="1">
            <a:spLocks noChangeArrowheads="1"/>
          </p:cNvSpPr>
          <p:nvPr/>
        </p:nvSpPr>
        <p:spPr bwMode="auto">
          <a:xfrm>
            <a:off x="736600" y="792163"/>
            <a:ext cx="10461625" cy="701675"/>
          </a:xfrm>
          <a:prstGeom prst="rect">
            <a:avLst/>
          </a:prstGeom>
          <a:noFill/>
          <a:ln w="9525">
            <a:noFill/>
            <a:miter lim="800000"/>
            <a:headEnd/>
            <a:tailEnd/>
          </a:ln>
        </p:spPr>
        <p:txBody>
          <a:bodyPr lIns="0" tIns="0" rIns="0" bIns="0">
            <a:spAutoFit/>
          </a:bodyPr>
          <a:lstStyle/>
          <a:p>
            <a:pPr defTabSz="912813" eaLnBrk="0" hangingPunct="0">
              <a:spcBef>
                <a:spcPct val="50000"/>
              </a:spcBef>
              <a:defRPr/>
            </a:pPr>
            <a:r>
              <a:rPr lang="en-GB" sz="2300" b="1" dirty="0">
                <a:solidFill>
                  <a:srgbClr val="FFFFFF"/>
                </a:solidFill>
                <a:latin typeface="Arial" panose="020B0604020202020204" pitchFamily="34" charset="0"/>
                <a:cs typeface="Arial" panose="020B0604020202020204" pitchFamily="34" charset="0"/>
              </a:rPr>
              <a:t>Insert your unit name via </a:t>
            </a:r>
            <a:br>
              <a:rPr lang="en-GB" sz="2300" b="1" dirty="0">
                <a:solidFill>
                  <a:srgbClr val="FFFFFF"/>
                </a:solidFill>
                <a:latin typeface="Arial" panose="020B0604020202020204" pitchFamily="34" charset="0"/>
                <a:cs typeface="Arial" panose="020B0604020202020204" pitchFamily="34" charset="0"/>
              </a:rPr>
            </a:br>
            <a:r>
              <a:rPr lang="en-GB" sz="2300" b="1" dirty="0">
                <a:solidFill>
                  <a:srgbClr val="FFFFFF"/>
                </a:solidFill>
                <a:latin typeface="Arial" panose="020B0604020202020204" pitchFamily="34" charset="0"/>
                <a:cs typeface="Arial" panose="020B0604020202020204" pitchFamily="34" charset="0"/>
              </a:rPr>
              <a:t>View &gt; Slide Master</a:t>
            </a:r>
          </a:p>
        </p:txBody>
      </p:sp>
      <p:sp>
        <p:nvSpPr>
          <p:cNvPr id="1067" name="Rectangle 43"/>
          <p:cNvSpPr>
            <a:spLocks noChangeArrowheads="1"/>
          </p:cNvSpPr>
          <p:nvPr/>
        </p:nvSpPr>
        <p:spPr bwMode="auto">
          <a:xfrm>
            <a:off x="0" y="0"/>
            <a:ext cx="21388388" cy="30279975"/>
          </a:xfrm>
          <a:prstGeom prst="rect">
            <a:avLst/>
          </a:prstGeom>
          <a:noFill/>
          <a:ln w="9525">
            <a:solidFill>
              <a:schemeClr val="tx2"/>
            </a:solidFill>
            <a:miter lim="800000"/>
            <a:headEnd/>
            <a:tailEnd/>
          </a:ln>
          <a:effectLst/>
        </p:spPr>
        <p:txBody>
          <a:bodyPr wrap="none" anchor="ctr"/>
          <a:lstStyle/>
          <a:p>
            <a:pPr algn="ctr" defTabSz="2952750">
              <a:defRPr/>
            </a:pPr>
            <a:endParaRPr lang="en-US"/>
          </a:p>
        </p:txBody>
      </p:sp>
    </p:spTree>
    <p:extLst>
      <p:ext uri="{BB962C8B-B14F-4D97-AF65-F5344CB8AC3E}">
        <p14:creationId xmlns:p14="http://schemas.microsoft.com/office/powerpoint/2010/main" val="3716540771"/>
      </p:ext>
    </p:extLst>
  </p:cSld>
  <p:clrMap bg1="lt1" tx1="dk1" bg2="lt2" tx2="dk2" accent1="accent1" accent2="accent2" accent3="accent3" accent4="accent4" accent5="accent5" accent6="accent6" hlink="hlink" folHlink="folHlink"/>
  <p:sldLayoutIdLst>
    <p:sldLayoutId id="2147483665" r:id="rId1"/>
  </p:sldLayoutIdLst>
  <p:txStyles>
    <p:titleStyle>
      <a:lvl1pPr algn="l" defTabSz="2952750" rtl="0" eaLnBrk="1" fontAlgn="base" hangingPunct="1">
        <a:lnSpc>
          <a:spcPct val="105000"/>
        </a:lnSpc>
        <a:spcBef>
          <a:spcPct val="60000"/>
        </a:spcBef>
        <a:spcAft>
          <a:spcPct val="0"/>
        </a:spcAft>
        <a:defRPr sz="8100" b="1">
          <a:solidFill>
            <a:schemeClr val="bg1"/>
          </a:solidFill>
          <a:latin typeface="Arial" panose="020B0604020202020204" pitchFamily="34" charset="0"/>
          <a:ea typeface="+mj-ea"/>
          <a:cs typeface="Arial" panose="020B0604020202020204" pitchFamily="34" charset="0"/>
        </a:defRPr>
      </a:lvl1pPr>
      <a:lvl2pPr algn="l" defTabSz="2952750" rtl="0" eaLnBrk="1" fontAlgn="base" hangingPunct="1">
        <a:lnSpc>
          <a:spcPct val="105000"/>
        </a:lnSpc>
        <a:spcBef>
          <a:spcPct val="60000"/>
        </a:spcBef>
        <a:spcAft>
          <a:spcPct val="0"/>
        </a:spcAft>
        <a:defRPr sz="8100">
          <a:solidFill>
            <a:schemeClr val="bg1"/>
          </a:solidFill>
          <a:latin typeface="Rdg Vesta" pitchFamily="2" charset="0"/>
        </a:defRPr>
      </a:lvl2pPr>
      <a:lvl3pPr algn="l" defTabSz="2952750" rtl="0" eaLnBrk="1" fontAlgn="base" hangingPunct="1">
        <a:lnSpc>
          <a:spcPct val="105000"/>
        </a:lnSpc>
        <a:spcBef>
          <a:spcPct val="60000"/>
        </a:spcBef>
        <a:spcAft>
          <a:spcPct val="0"/>
        </a:spcAft>
        <a:defRPr sz="8100">
          <a:solidFill>
            <a:schemeClr val="bg1"/>
          </a:solidFill>
          <a:latin typeface="Rdg Vesta" pitchFamily="2" charset="0"/>
        </a:defRPr>
      </a:lvl3pPr>
      <a:lvl4pPr algn="l" defTabSz="2952750" rtl="0" eaLnBrk="1" fontAlgn="base" hangingPunct="1">
        <a:lnSpc>
          <a:spcPct val="105000"/>
        </a:lnSpc>
        <a:spcBef>
          <a:spcPct val="60000"/>
        </a:spcBef>
        <a:spcAft>
          <a:spcPct val="0"/>
        </a:spcAft>
        <a:defRPr sz="8100">
          <a:solidFill>
            <a:schemeClr val="bg1"/>
          </a:solidFill>
          <a:latin typeface="Rdg Vesta" pitchFamily="2" charset="0"/>
        </a:defRPr>
      </a:lvl4pPr>
      <a:lvl5pPr algn="l" defTabSz="2952750" rtl="0" eaLnBrk="1" fontAlgn="base" hangingPunct="1">
        <a:lnSpc>
          <a:spcPct val="105000"/>
        </a:lnSpc>
        <a:spcBef>
          <a:spcPct val="60000"/>
        </a:spcBef>
        <a:spcAft>
          <a:spcPct val="0"/>
        </a:spcAft>
        <a:defRPr sz="8100">
          <a:solidFill>
            <a:schemeClr val="bg1"/>
          </a:solidFill>
          <a:latin typeface="Rdg Vesta" pitchFamily="2" charset="0"/>
        </a:defRPr>
      </a:lvl5pPr>
      <a:lvl6pPr marL="457200" algn="l" defTabSz="2952750" rtl="0" eaLnBrk="1" fontAlgn="base" hangingPunct="1">
        <a:lnSpc>
          <a:spcPct val="105000"/>
        </a:lnSpc>
        <a:spcBef>
          <a:spcPct val="60000"/>
        </a:spcBef>
        <a:spcAft>
          <a:spcPct val="0"/>
        </a:spcAft>
        <a:defRPr sz="8100">
          <a:solidFill>
            <a:schemeClr val="bg1"/>
          </a:solidFill>
          <a:latin typeface="Rdg Vesta" pitchFamily="2" charset="0"/>
        </a:defRPr>
      </a:lvl6pPr>
      <a:lvl7pPr marL="914400" algn="l" defTabSz="2952750" rtl="0" eaLnBrk="1" fontAlgn="base" hangingPunct="1">
        <a:lnSpc>
          <a:spcPct val="105000"/>
        </a:lnSpc>
        <a:spcBef>
          <a:spcPct val="60000"/>
        </a:spcBef>
        <a:spcAft>
          <a:spcPct val="0"/>
        </a:spcAft>
        <a:defRPr sz="8100">
          <a:solidFill>
            <a:schemeClr val="bg1"/>
          </a:solidFill>
          <a:latin typeface="Rdg Vesta" pitchFamily="2" charset="0"/>
        </a:defRPr>
      </a:lvl7pPr>
      <a:lvl8pPr marL="1371600" algn="l" defTabSz="2952750" rtl="0" eaLnBrk="1" fontAlgn="base" hangingPunct="1">
        <a:lnSpc>
          <a:spcPct val="105000"/>
        </a:lnSpc>
        <a:spcBef>
          <a:spcPct val="60000"/>
        </a:spcBef>
        <a:spcAft>
          <a:spcPct val="0"/>
        </a:spcAft>
        <a:defRPr sz="8100">
          <a:solidFill>
            <a:schemeClr val="bg1"/>
          </a:solidFill>
          <a:latin typeface="Rdg Vesta" pitchFamily="2" charset="0"/>
        </a:defRPr>
      </a:lvl8pPr>
      <a:lvl9pPr marL="1828800" algn="l" defTabSz="2952750" rtl="0" eaLnBrk="1" fontAlgn="base" hangingPunct="1">
        <a:lnSpc>
          <a:spcPct val="105000"/>
        </a:lnSpc>
        <a:spcBef>
          <a:spcPct val="60000"/>
        </a:spcBef>
        <a:spcAft>
          <a:spcPct val="0"/>
        </a:spcAft>
        <a:defRPr sz="8100">
          <a:solidFill>
            <a:schemeClr val="bg1"/>
          </a:solidFill>
          <a:latin typeface="Rdg Vesta" pitchFamily="2" charset="0"/>
        </a:defRPr>
      </a:lvl9pPr>
    </p:titleStyle>
    <p:bodyStyle>
      <a:lvl1pPr marL="455613" indent="-455613" algn="l" defTabSz="2952750" rtl="0" eaLnBrk="1" fontAlgn="base" hangingPunct="1">
        <a:lnSpc>
          <a:spcPct val="125000"/>
        </a:lnSpc>
        <a:spcBef>
          <a:spcPct val="60000"/>
        </a:spcBef>
        <a:spcAft>
          <a:spcPct val="0"/>
        </a:spcAft>
        <a:buClr>
          <a:schemeClr val="tx2"/>
        </a:buClr>
        <a:buChar char="•"/>
        <a:defRPr sz="2600">
          <a:solidFill>
            <a:schemeClr val="tx1"/>
          </a:solidFill>
          <a:latin typeface="Arial" panose="020B0604020202020204" pitchFamily="34" charset="0"/>
          <a:ea typeface="+mn-ea"/>
          <a:cs typeface="Arial" panose="020B0604020202020204" pitchFamily="34" charset="0"/>
        </a:defRPr>
      </a:lvl1pPr>
      <a:lvl2pPr marL="1000125" indent="-457200" algn="l" defTabSz="2952750" rtl="0" eaLnBrk="1" fontAlgn="base" hangingPunct="1">
        <a:lnSpc>
          <a:spcPct val="125000"/>
        </a:lnSpc>
        <a:spcBef>
          <a:spcPct val="40000"/>
        </a:spcBef>
        <a:spcAft>
          <a:spcPct val="0"/>
        </a:spcAft>
        <a:buClr>
          <a:schemeClr val="tx2"/>
        </a:buClr>
        <a:buChar char="•"/>
        <a:defRPr sz="2600">
          <a:solidFill>
            <a:schemeClr val="tx1"/>
          </a:solidFill>
          <a:latin typeface="Arial" panose="020B0604020202020204" pitchFamily="34" charset="0"/>
          <a:cs typeface="Arial" panose="020B0604020202020204" pitchFamily="34" charset="0"/>
        </a:defRPr>
      </a:lvl2pPr>
      <a:lvl3pPr marL="1331913" indent="-342900" algn="l" defTabSz="2952750" rtl="0" eaLnBrk="1" fontAlgn="base" hangingPunct="1">
        <a:lnSpc>
          <a:spcPct val="125000"/>
        </a:lnSpc>
        <a:spcBef>
          <a:spcPct val="30000"/>
        </a:spcBef>
        <a:spcAft>
          <a:spcPct val="0"/>
        </a:spcAft>
        <a:buClr>
          <a:schemeClr val="tx2"/>
        </a:buClr>
        <a:buChar char="•"/>
        <a:defRPr sz="2200">
          <a:solidFill>
            <a:schemeClr val="tx1"/>
          </a:solidFill>
          <a:latin typeface="Arial" panose="020B0604020202020204" pitchFamily="34" charset="0"/>
          <a:cs typeface="Arial" panose="020B0604020202020204" pitchFamily="34" charset="0"/>
        </a:defRPr>
      </a:lvl3pPr>
      <a:lvl4pPr marL="1644650" indent="-301625" algn="l" defTabSz="2952750" rtl="0" eaLnBrk="1" fontAlgn="base" hangingPunct="1">
        <a:lnSpc>
          <a:spcPct val="125000"/>
        </a:lnSpc>
        <a:spcBef>
          <a:spcPct val="4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4pPr>
      <a:lvl5pPr marL="2562225" indent="-738188" algn="l" defTabSz="2952750" rtl="0" eaLnBrk="1" fontAlgn="base" hangingPunct="1">
        <a:lnSpc>
          <a:spcPct val="125000"/>
        </a:lnSpc>
        <a:spcBef>
          <a:spcPct val="60000"/>
        </a:spcBef>
        <a:spcAft>
          <a:spcPct val="0"/>
        </a:spcAft>
        <a:buChar char="»"/>
        <a:defRPr>
          <a:solidFill>
            <a:schemeClr val="tx1"/>
          </a:solidFill>
          <a:latin typeface="+mn-lt"/>
        </a:defRPr>
      </a:lvl5pPr>
      <a:lvl6pPr marL="3019425" indent="-738188" algn="l" defTabSz="2952750" rtl="0" eaLnBrk="1" fontAlgn="base" hangingPunct="1">
        <a:lnSpc>
          <a:spcPct val="125000"/>
        </a:lnSpc>
        <a:spcBef>
          <a:spcPct val="60000"/>
        </a:spcBef>
        <a:spcAft>
          <a:spcPct val="0"/>
        </a:spcAft>
        <a:buChar char="»"/>
        <a:defRPr>
          <a:solidFill>
            <a:schemeClr val="tx1"/>
          </a:solidFill>
          <a:latin typeface="+mn-lt"/>
        </a:defRPr>
      </a:lvl6pPr>
      <a:lvl7pPr marL="3476625" indent="-738188" algn="l" defTabSz="2952750" rtl="0" eaLnBrk="1" fontAlgn="base" hangingPunct="1">
        <a:lnSpc>
          <a:spcPct val="125000"/>
        </a:lnSpc>
        <a:spcBef>
          <a:spcPct val="60000"/>
        </a:spcBef>
        <a:spcAft>
          <a:spcPct val="0"/>
        </a:spcAft>
        <a:buChar char="»"/>
        <a:defRPr>
          <a:solidFill>
            <a:schemeClr val="tx1"/>
          </a:solidFill>
          <a:latin typeface="+mn-lt"/>
        </a:defRPr>
      </a:lvl7pPr>
      <a:lvl8pPr marL="3933825" indent="-738188" algn="l" defTabSz="2952750" rtl="0" eaLnBrk="1" fontAlgn="base" hangingPunct="1">
        <a:lnSpc>
          <a:spcPct val="125000"/>
        </a:lnSpc>
        <a:spcBef>
          <a:spcPct val="60000"/>
        </a:spcBef>
        <a:spcAft>
          <a:spcPct val="0"/>
        </a:spcAft>
        <a:buChar char="»"/>
        <a:defRPr>
          <a:solidFill>
            <a:schemeClr val="tx1"/>
          </a:solidFill>
          <a:latin typeface="+mn-lt"/>
        </a:defRPr>
      </a:lvl8pPr>
      <a:lvl9pPr marL="4391025" indent="-738188" algn="l" defTabSz="2952750" rtl="0" eaLnBrk="1" fontAlgn="base" hangingPunct="1">
        <a:lnSpc>
          <a:spcPct val="125000"/>
        </a:lnSpc>
        <a:spcBef>
          <a:spcPct val="6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57" name="Rectangle 33"/>
          <p:cNvSpPr>
            <a:spLocks noChangeArrowheads="1"/>
          </p:cNvSpPr>
          <p:nvPr/>
        </p:nvSpPr>
        <p:spPr bwMode="auto">
          <a:xfrm>
            <a:off x="0" y="0"/>
            <a:ext cx="21388388" cy="5168900"/>
          </a:xfrm>
          <a:prstGeom prst="rect">
            <a:avLst/>
          </a:prstGeom>
          <a:solidFill>
            <a:schemeClr val="tx2"/>
          </a:solidFill>
          <a:ln w="9525">
            <a:noFill/>
            <a:miter lim="800000"/>
            <a:headEnd/>
            <a:tailEnd/>
          </a:ln>
        </p:spPr>
        <p:txBody>
          <a:bodyPr wrap="none" anchor="ctr"/>
          <a:lstStyle/>
          <a:p>
            <a:pPr>
              <a:defRPr/>
            </a:pPr>
            <a:endParaRPr lang="en-GB"/>
          </a:p>
        </p:txBody>
      </p:sp>
      <p:sp>
        <p:nvSpPr>
          <p:cNvPr id="1062" name="Text Box 38"/>
          <p:cNvSpPr txBox="1">
            <a:spLocks noChangeArrowheads="1"/>
          </p:cNvSpPr>
          <p:nvPr/>
        </p:nvSpPr>
        <p:spPr bwMode="auto">
          <a:xfrm>
            <a:off x="668338" y="4533900"/>
            <a:ext cx="19962812" cy="545143"/>
          </a:xfrm>
          <a:prstGeom prst="rect">
            <a:avLst/>
          </a:prstGeom>
          <a:solidFill>
            <a:schemeClr val="tx2"/>
          </a:solidFill>
          <a:ln w="9525">
            <a:noFill/>
            <a:miter lim="800000"/>
            <a:headEnd/>
            <a:tailEnd/>
          </a:ln>
        </p:spPr>
        <p:txBody>
          <a:bodyPr lIns="91436" tIns="45717" rIns="91436" bIns="45717">
            <a:spAutoFit/>
          </a:bodyPr>
          <a:lstStyle/>
          <a:p>
            <a:pPr defTabSz="912813" eaLnBrk="0" hangingPunct="0">
              <a:lnSpc>
                <a:spcPct val="110000"/>
              </a:lnSpc>
              <a:defRPr/>
            </a:pPr>
            <a:r>
              <a:rPr lang="en-GB" sz="2900" dirty="0">
                <a:solidFill>
                  <a:srgbClr val="FFFFFF"/>
                </a:solidFill>
                <a:latin typeface="Arial" panose="020B0604020202020204" pitchFamily="34" charset="0"/>
                <a:cs typeface="Arial" panose="020B0604020202020204" pitchFamily="34" charset="0"/>
              </a:rPr>
              <a:t>Author 1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Author 2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Author 3   (edit this list via View &gt; Slide Master)</a:t>
            </a:r>
            <a:endParaRPr lang="en-GB" sz="2000" dirty="0">
              <a:solidFill>
                <a:srgbClr val="FFFFFF"/>
              </a:solidFill>
              <a:latin typeface="Arial" panose="020B0604020202020204" pitchFamily="34" charset="0"/>
              <a:cs typeface="Arial" panose="020B0604020202020204" pitchFamily="34" charset="0"/>
            </a:endParaRPr>
          </a:p>
        </p:txBody>
      </p:sp>
      <p:sp>
        <p:nvSpPr>
          <p:cNvPr id="1028" name="Rectangle 39"/>
          <p:cNvSpPr>
            <a:spLocks noGrp="1" noChangeArrowheads="1"/>
          </p:cNvSpPr>
          <p:nvPr>
            <p:ph type="body" idx="1"/>
          </p:nvPr>
        </p:nvSpPr>
        <p:spPr bwMode="auto">
          <a:xfrm>
            <a:off x="736600" y="5635625"/>
            <a:ext cx="9344025" cy="238347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pic>
        <p:nvPicPr>
          <p:cNvPr id="1029" name="Picture 34" descr="KIOT Device Reversed"/>
          <p:cNvPicPr>
            <a:picLocks noChangeArrowheads="1"/>
          </p:cNvPicPr>
          <p:nvPr/>
        </p:nvPicPr>
        <p:blipFill>
          <a:blip r:embed="rId3" cstate="print"/>
          <a:srcRect/>
          <a:stretch>
            <a:fillRect/>
          </a:stretch>
        </p:blipFill>
        <p:spPr bwMode="auto">
          <a:xfrm>
            <a:off x="17503775" y="792163"/>
            <a:ext cx="3148013" cy="1019175"/>
          </a:xfrm>
          <a:prstGeom prst="rect">
            <a:avLst/>
          </a:prstGeom>
          <a:noFill/>
          <a:ln w="9525">
            <a:noFill/>
            <a:miter lim="800000"/>
            <a:headEnd/>
            <a:tailEnd/>
          </a:ln>
        </p:spPr>
      </p:pic>
      <p:sp>
        <p:nvSpPr>
          <p:cNvPr id="1030" name="Rectangle 42"/>
          <p:cNvSpPr>
            <a:spLocks noGrp="1" noChangeArrowheads="1"/>
          </p:cNvSpPr>
          <p:nvPr>
            <p:ph type="title"/>
          </p:nvPr>
        </p:nvSpPr>
        <p:spPr bwMode="auto">
          <a:xfrm>
            <a:off x="736600" y="1350963"/>
            <a:ext cx="20131088" cy="298767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GB" dirty="0"/>
              <a:t>Click to edit </a:t>
            </a:r>
            <a:br>
              <a:rPr lang="en-GB" dirty="0"/>
            </a:br>
            <a:r>
              <a:rPr lang="en-GB" dirty="0"/>
              <a:t>Master title style</a:t>
            </a:r>
          </a:p>
        </p:txBody>
      </p:sp>
      <p:sp>
        <p:nvSpPr>
          <p:cNvPr id="1061" name="Text Box 37"/>
          <p:cNvSpPr txBox="1">
            <a:spLocks noChangeArrowheads="1"/>
          </p:cNvSpPr>
          <p:nvPr/>
        </p:nvSpPr>
        <p:spPr bwMode="auto">
          <a:xfrm>
            <a:off x="736600" y="792163"/>
            <a:ext cx="10461625" cy="701675"/>
          </a:xfrm>
          <a:prstGeom prst="rect">
            <a:avLst/>
          </a:prstGeom>
          <a:noFill/>
          <a:ln w="9525">
            <a:noFill/>
            <a:miter lim="800000"/>
            <a:headEnd/>
            <a:tailEnd/>
          </a:ln>
        </p:spPr>
        <p:txBody>
          <a:bodyPr lIns="0" tIns="0" rIns="0" bIns="0">
            <a:spAutoFit/>
          </a:bodyPr>
          <a:lstStyle/>
          <a:p>
            <a:pPr defTabSz="912813" eaLnBrk="0" hangingPunct="0">
              <a:spcBef>
                <a:spcPct val="50000"/>
              </a:spcBef>
              <a:defRPr/>
            </a:pPr>
            <a:r>
              <a:rPr lang="en-GB" sz="2300" b="1" dirty="0">
                <a:solidFill>
                  <a:srgbClr val="FFFFFF"/>
                </a:solidFill>
                <a:latin typeface="Arial" panose="020B0604020202020204" pitchFamily="34" charset="0"/>
                <a:cs typeface="Arial" panose="020B0604020202020204" pitchFamily="34" charset="0"/>
              </a:rPr>
              <a:t>Insert your unit name via </a:t>
            </a:r>
            <a:br>
              <a:rPr lang="en-GB" sz="2300" b="1" dirty="0">
                <a:solidFill>
                  <a:srgbClr val="FFFFFF"/>
                </a:solidFill>
                <a:latin typeface="Arial" panose="020B0604020202020204" pitchFamily="34" charset="0"/>
                <a:cs typeface="Arial" panose="020B0604020202020204" pitchFamily="34" charset="0"/>
              </a:rPr>
            </a:br>
            <a:r>
              <a:rPr lang="en-GB" sz="2300" b="1" dirty="0">
                <a:solidFill>
                  <a:srgbClr val="FFFFFF"/>
                </a:solidFill>
                <a:latin typeface="Arial" panose="020B0604020202020204" pitchFamily="34" charset="0"/>
                <a:cs typeface="Arial" panose="020B0604020202020204" pitchFamily="34" charset="0"/>
              </a:rPr>
              <a:t>View &gt; Slide Master</a:t>
            </a:r>
          </a:p>
        </p:txBody>
      </p:sp>
      <p:sp>
        <p:nvSpPr>
          <p:cNvPr id="1067" name="Rectangle 43"/>
          <p:cNvSpPr>
            <a:spLocks noChangeArrowheads="1"/>
          </p:cNvSpPr>
          <p:nvPr/>
        </p:nvSpPr>
        <p:spPr bwMode="auto">
          <a:xfrm>
            <a:off x="0" y="0"/>
            <a:ext cx="21388388" cy="30279975"/>
          </a:xfrm>
          <a:prstGeom prst="rect">
            <a:avLst/>
          </a:prstGeom>
          <a:noFill/>
          <a:ln w="9525">
            <a:solidFill>
              <a:schemeClr val="tx2"/>
            </a:solidFill>
            <a:miter lim="800000"/>
            <a:headEnd/>
            <a:tailEnd/>
          </a:ln>
          <a:effectLst/>
        </p:spPr>
        <p:txBody>
          <a:bodyPr wrap="none" anchor="ctr"/>
          <a:lstStyle/>
          <a:p>
            <a:pPr algn="ctr" defTabSz="2952750">
              <a:defRPr/>
            </a:pPr>
            <a:endParaRPr lang="en-US"/>
          </a:p>
        </p:txBody>
      </p:sp>
    </p:spTree>
    <p:extLst>
      <p:ext uri="{BB962C8B-B14F-4D97-AF65-F5344CB8AC3E}">
        <p14:creationId xmlns:p14="http://schemas.microsoft.com/office/powerpoint/2010/main" val="3047432918"/>
      </p:ext>
    </p:extLst>
  </p:cSld>
  <p:clrMap bg1="lt1" tx1="dk1" bg2="lt2" tx2="dk2" accent1="accent1" accent2="accent2" accent3="accent3" accent4="accent4" accent5="accent5" accent6="accent6" hlink="hlink" folHlink="folHlink"/>
  <p:sldLayoutIdLst>
    <p:sldLayoutId id="2147483667" r:id="rId1"/>
  </p:sldLayoutIdLst>
  <p:txStyles>
    <p:titleStyle>
      <a:lvl1pPr algn="l" defTabSz="2952750" rtl="0" eaLnBrk="1" fontAlgn="base" hangingPunct="1">
        <a:lnSpc>
          <a:spcPct val="105000"/>
        </a:lnSpc>
        <a:spcBef>
          <a:spcPct val="60000"/>
        </a:spcBef>
        <a:spcAft>
          <a:spcPct val="0"/>
        </a:spcAft>
        <a:defRPr sz="8100" b="1">
          <a:solidFill>
            <a:schemeClr val="bg1"/>
          </a:solidFill>
          <a:latin typeface="Arial" panose="020B0604020202020204" pitchFamily="34" charset="0"/>
          <a:ea typeface="+mj-ea"/>
          <a:cs typeface="Arial" panose="020B0604020202020204" pitchFamily="34" charset="0"/>
        </a:defRPr>
      </a:lvl1pPr>
      <a:lvl2pPr algn="l" defTabSz="2952750" rtl="0" eaLnBrk="1" fontAlgn="base" hangingPunct="1">
        <a:lnSpc>
          <a:spcPct val="105000"/>
        </a:lnSpc>
        <a:spcBef>
          <a:spcPct val="60000"/>
        </a:spcBef>
        <a:spcAft>
          <a:spcPct val="0"/>
        </a:spcAft>
        <a:defRPr sz="8100">
          <a:solidFill>
            <a:schemeClr val="bg1"/>
          </a:solidFill>
          <a:latin typeface="Rdg Vesta" pitchFamily="2" charset="0"/>
        </a:defRPr>
      </a:lvl2pPr>
      <a:lvl3pPr algn="l" defTabSz="2952750" rtl="0" eaLnBrk="1" fontAlgn="base" hangingPunct="1">
        <a:lnSpc>
          <a:spcPct val="105000"/>
        </a:lnSpc>
        <a:spcBef>
          <a:spcPct val="60000"/>
        </a:spcBef>
        <a:spcAft>
          <a:spcPct val="0"/>
        </a:spcAft>
        <a:defRPr sz="8100">
          <a:solidFill>
            <a:schemeClr val="bg1"/>
          </a:solidFill>
          <a:latin typeface="Rdg Vesta" pitchFamily="2" charset="0"/>
        </a:defRPr>
      </a:lvl3pPr>
      <a:lvl4pPr algn="l" defTabSz="2952750" rtl="0" eaLnBrk="1" fontAlgn="base" hangingPunct="1">
        <a:lnSpc>
          <a:spcPct val="105000"/>
        </a:lnSpc>
        <a:spcBef>
          <a:spcPct val="60000"/>
        </a:spcBef>
        <a:spcAft>
          <a:spcPct val="0"/>
        </a:spcAft>
        <a:defRPr sz="8100">
          <a:solidFill>
            <a:schemeClr val="bg1"/>
          </a:solidFill>
          <a:latin typeface="Rdg Vesta" pitchFamily="2" charset="0"/>
        </a:defRPr>
      </a:lvl4pPr>
      <a:lvl5pPr algn="l" defTabSz="2952750" rtl="0" eaLnBrk="1" fontAlgn="base" hangingPunct="1">
        <a:lnSpc>
          <a:spcPct val="105000"/>
        </a:lnSpc>
        <a:spcBef>
          <a:spcPct val="60000"/>
        </a:spcBef>
        <a:spcAft>
          <a:spcPct val="0"/>
        </a:spcAft>
        <a:defRPr sz="8100">
          <a:solidFill>
            <a:schemeClr val="bg1"/>
          </a:solidFill>
          <a:latin typeface="Rdg Vesta" pitchFamily="2" charset="0"/>
        </a:defRPr>
      </a:lvl5pPr>
      <a:lvl6pPr marL="457200" algn="l" defTabSz="2952750" rtl="0" eaLnBrk="1" fontAlgn="base" hangingPunct="1">
        <a:lnSpc>
          <a:spcPct val="105000"/>
        </a:lnSpc>
        <a:spcBef>
          <a:spcPct val="60000"/>
        </a:spcBef>
        <a:spcAft>
          <a:spcPct val="0"/>
        </a:spcAft>
        <a:defRPr sz="8100">
          <a:solidFill>
            <a:schemeClr val="bg1"/>
          </a:solidFill>
          <a:latin typeface="Rdg Vesta" pitchFamily="2" charset="0"/>
        </a:defRPr>
      </a:lvl6pPr>
      <a:lvl7pPr marL="914400" algn="l" defTabSz="2952750" rtl="0" eaLnBrk="1" fontAlgn="base" hangingPunct="1">
        <a:lnSpc>
          <a:spcPct val="105000"/>
        </a:lnSpc>
        <a:spcBef>
          <a:spcPct val="60000"/>
        </a:spcBef>
        <a:spcAft>
          <a:spcPct val="0"/>
        </a:spcAft>
        <a:defRPr sz="8100">
          <a:solidFill>
            <a:schemeClr val="bg1"/>
          </a:solidFill>
          <a:latin typeface="Rdg Vesta" pitchFamily="2" charset="0"/>
        </a:defRPr>
      </a:lvl7pPr>
      <a:lvl8pPr marL="1371600" algn="l" defTabSz="2952750" rtl="0" eaLnBrk="1" fontAlgn="base" hangingPunct="1">
        <a:lnSpc>
          <a:spcPct val="105000"/>
        </a:lnSpc>
        <a:spcBef>
          <a:spcPct val="60000"/>
        </a:spcBef>
        <a:spcAft>
          <a:spcPct val="0"/>
        </a:spcAft>
        <a:defRPr sz="8100">
          <a:solidFill>
            <a:schemeClr val="bg1"/>
          </a:solidFill>
          <a:latin typeface="Rdg Vesta" pitchFamily="2" charset="0"/>
        </a:defRPr>
      </a:lvl8pPr>
      <a:lvl9pPr marL="1828800" algn="l" defTabSz="2952750" rtl="0" eaLnBrk="1" fontAlgn="base" hangingPunct="1">
        <a:lnSpc>
          <a:spcPct val="105000"/>
        </a:lnSpc>
        <a:spcBef>
          <a:spcPct val="60000"/>
        </a:spcBef>
        <a:spcAft>
          <a:spcPct val="0"/>
        </a:spcAft>
        <a:defRPr sz="8100">
          <a:solidFill>
            <a:schemeClr val="bg1"/>
          </a:solidFill>
          <a:latin typeface="Rdg Vesta" pitchFamily="2" charset="0"/>
        </a:defRPr>
      </a:lvl9pPr>
    </p:titleStyle>
    <p:bodyStyle>
      <a:lvl1pPr marL="455613" indent="-455613" algn="l" defTabSz="2952750" rtl="0" eaLnBrk="1" fontAlgn="base" hangingPunct="1">
        <a:lnSpc>
          <a:spcPct val="125000"/>
        </a:lnSpc>
        <a:spcBef>
          <a:spcPct val="60000"/>
        </a:spcBef>
        <a:spcAft>
          <a:spcPct val="0"/>
        </a:spcAft>
        <a:buClr>
          <a:schemeClr val="tx2"/>
        </a:buClr>
        <a:buChar char="•"/>
        <a:defRPr sz="2600">
          <a:solidFill>
            <a:schemeClr val="tx1"/>
          </a:solidFill>
          <a:latin typeface="Arial" panose="020B0604020202020204" pitchFamily="34" charset="0"/>
          <a:ea typeface="+mn-ea"/>
          <a:cs typeface="Arial" panose="020B0604020202020204" pitchFamily="34" charset="0"/>
        </a:defRPr>
      </a:lvl1pPr>
      <a:lvl2pPr marL="1000125" indent="-457200" algn="l" defTabSz="2952750" rtl="0" eaLnBrk="1" fontAlgn="base" hangingPunct="1">
        <a:lnSpc>
          <a:spcPct val="125000"/>
        </a:lnSpc>
        <a:spcBef>
          <a:spcPct val="40000"/>
        </a:spcBef>
        <a:spcAft>
          <a:spcPct val="0"/>
        </a:spcAft>
        <a:buClr>
          <a:schemeClr val="tx2"/>
        </a:buClr>
        <a:buChar char="•"/>
        <a:defRPr sz="2600">
          <a:solidFill>
            <a:schemeClr val="tx1"/>
          </a:solidFill>
          <a:latin typeface="Arial" panose="020B0604020202020204" pitchFamily="34" charset="0"/>
          <a:cs typeface="Arial" panose="020B0604020202020204" pitchFamily="34" charset="0"/>
        </a:defRPr>
      </a:lvl2pPr>
      <a:lvl3pPr marL="1331913" indent="-342900" algn="l" defTabSz="2952750" rtl="0" eaLnBrk="1" fontAlgn="base" hangingPunct="1">
        <a:lnSpc>
          <a:spcPct val="125000"/>
        </a:lnSpc>
        <a:spcBef>
          <a:spcPct val="30000"/>
        </a:spcBef>
        <a:spcAft>
          <a:spcPct val="0"/>
        </a:spcAft>
        <a:buClr>
          <a:schemeClr val="tx2"/>
        </a:buClr>
        <a:buChar char="•"/>
        <a:defRPr sz="2200">
          <a:solidFill>
            <a:schemeClr val="tx1"/>
          </a:solidFill>
          <a:latin typeface="Arial" panose="020B0604020202020204" pitchFamily="34" charset="0"/>
          <a:cs typeface="Arial" panose="020B0604020202020204" pitchFamily="34" charset="0"/>
        </a:defRPr>
      </a:lvl3pPr>
      <a:lvl4pPr marL="1644650" indent="-301625" algn="l" defTabSz="2952750" rtl="0" eaLnBrk="1" fontAlgn="base" hangingPunct="1">
        <a:lnSpc>
          <a:spcPct val="125000"/>
        </a:lnSpc>
        <a:spcBef>
          <a:spcPct val="4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4pPr>
      <a:lvl5pPr marL="2562225" indent="-738188" algn="l" defTabSz="2952750" rtl="0" eaLnBrk="1" fontAlgn="base" hangingPunct="1">
        <a:lnSpc>
          <a:spcPct val="125000"/>
        </a:lnSpc>
        <a:spcBef>
          <a:spcPct val="60000"/>
        </a:spcBef>
        <a:spcAft>
          <a:spcPct val="0"/>
        </a:spcAft>
        <a:buChar char="»"/>
        <a:defRPr>
          <a:solidFill>
            <a:schemeClr val="tx1"/>
          </a:solidFill>
          <a:latin typeface="+mn-lt"/>
        </a:defRPr>
      </a:lvl5pPr>
      <a:lvl6pPr marL="3019425" indent="-738188" algn="l" defTabSz="2952750" rtl="0" eaLnBrk="1" fontAlgn="base" hangingPunct="1">
        <a:lnSpc>
          <a:spcPct val="125000"/>
        </a:lnSpc>
        <a:spcBef>
          <a:spcPct val="60000"/>
        </a:spcBef>
        <a:spcAft>
          <a:spcPct val="0"/>
        </a:spcAft>
        <a:buChar char="»"/>
        <a:defRPr>
          <a:solidFill>
            <a:schemeClr val="tx1"/>
          </a:solidFill>
          <a:latin typeface="+mn-lt"/>
        </a:defRPr>
      </a:lvl6pPr>
      <a:lvl7pPr marL="3476625" indent="-738188" algn="l" defTabSz="2952750" rtl="0" eaLnBrk="1" fontAlgn="base" hangingPunct="1">
        <a:lnSpc>
          <a:spcPct val="125000"/>
        </a:lnSpc>
        <a:spcBef>
          <a:spcPct val="60000"/>
        </a:spcBef>
        <a:spcAft>
          <a:spcPct val="0"/>
        </a:spcAft>
        <a:buChar char="»"/>
        <a:defRPr>
          <a:solidFill>
            <a:schemeClr val="tx1"/>
          </a:solidFill>
          <a:latin typeface="+mn-lt"/>
        </a:defRPr>
      </a:lvl7pPr>
      <a:lvl8pPr marL="3933825" indent="-738188" algn="l" defTabSz="2952750" rtl="0" eaLnBrk="1" fontAlgn="base" hangingPunct="1">
        <a:lnSpc>
          <a:spcPct val="125000"/>
        </a:lnSpc>
        <a:spcBef>
          <a:spcPct val="60000"/>
        </a:spcBef>
        <a:spcAft>
          <a:spcPct val="0"/>
        </a:spcAft>
        <a:buChar char="»"/>
        <a:defRPr>
          <a:solidFill>
            <a:schemeClr val="tx1"/>
          </a:solidFill>
          <a:latin typeface="+mn-lt"/>
        </a:defRPr>
      </a:lvl8pPr>
      <a:lvl9pPr marL="4391025" indent="-738188" algn="l" defTabSz="2952750" rtl="0" eaLnBrk="1" fontAlgn="base" hangingPunct="1">
        <a:lnSpc>
          <a:spcPct val="125000"/>
        </a:lnSpc>
        <a:spcBef>
          <a:spcPct val="6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57" name="Rectangle 33"/>
          <p:cNvSpPr>
            <a:spLocks noChangeArrowheads="1"/>
          </p:cNvSpPr>
          <p:nvPr/>
        </p:nvSpPr>
        <p:spPr bwMode="auto">
          <a:xfrm>
            <a:off x="0" y="0"/>
            <a:ext cx="21388388" cy="5168900"/>
          </a:xfrm>
          <a:prstGeom prst="rect">
            <a:avLst/>
          </a:prstGeom>
          <a:solidFill>
            <a:schemeClr val="tx2"/>
          </a:solidFill>
          <a:ln w="9525">
            <a:noFill/>
            <a:miter lim="800000"/>
            <a:headEnd/>
            <a:tailEnd/>
          </a:ln>
        </p:spPr>
        <p:txBody>
          <a:bodyPr wrap="none" anchor="ctr"/>
          <a:lstStyle/>
          <a:p>
            <a:pPr>
              <a:defRPr/>
            </a:pPr>
            <a:endParaRPr lang="en-GB"/>
          </a:p>
        </p:txBody>
      </p:sp>
      <p:sp>
        <p:nvSpPr>
          <p:cNvPr id="1062" name="Text Box 38"/>
          <p:cNvSpPr txBox="1">
            <a:spLocks noChangeArrowheads="1"/>
          </p:cNvSpPr>
          <p:nvPr/>
        </p:nvSpPr>
        <p:spPr bwMode="auto">
          <a:xfrm>
            <a:off x="668338" y="4533900"/>
            <a:ext cx="19962812" cy="545143"/>
          </a:xfrm>
          <a:prstGeom prst="rect">
            <a:avLst/>
          </a:prstGeom>
          <a:solidFill>
            <a:schemeClr val="tx2"/>
          </a:solidFill>
          <a:ln w="9525">
            <a:noFill/>
            <a:miter lim="800000"/>
            <a:headEnd/>
            <a:tailEnd/>
          </a:ln>
        </p:spPr>
        <p:txBody>
          <a:bodyPr lIns="91436" tIns="45717" rIns="91436" bIns="45717">
            <a:spAutoFit/>
          </a:bodyPr>
          <a:lstStyle/>
          <a:p>
            <a:pPr defTabSz="912813" eaLnBrk="0" hangingPunct="0">
              <a:lnSpc>
                <a:spcPct val="110000"/>
              </a:lnSpc>
              <a:defRPr/>
            </a:pPr>
            <a:r>
              <a:rPr lang="en-GB" sz="2900" dirty="0">
                <a:solidFill>
                  <a:srgbClr val="FFFFFF"/>
                </a:solidFill>
                <a:latin typeface="Arial" panose="020B0604020202020204" pitchFamily="34" charset="0"/>
                <a:cs typeface="Arial" panose="020B0604020202020204" pitchFamily="34" charset="0"/>
              </a:rPr>
              <a:t>Author 1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Author 2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Author 3   (edit this list via View &gt; Slide Master)</a:t>
            </a:r>
            <a:endParaRPr lang="en-GB" sz="2000" dirty="0">
              <a:solidFill>
                <a:srgbClr val="FFFFFF"/>
              </a:solidFill>
              <a:latin typeface="Arial" panose="020B0604020202020204" pitchFamily="34" charset="0"/>
              <a:cs typeface="Arial" panose="020B0604020202020204" pitchFamily="34" charset="0"/>
            </a:endParaRPr>
          </a:p>
        </p:txBody>
      </p:sp>
      <p:sp>
        <p:nvSpPr>
          <p:cNvPr id="1028" name="Rectangle 39"/>
          <p:cNvSpPr>
            <a:spLocks noGrp="1" noChangeArrowheads="1"/>
          </p:cNvSpPr>
          <p:nvPr>
            <p:ph type="body" idx="1"/>
          </p:nvPr>
        </p:nvSpPr>
        <p:spPr bwMode="auto">
          <a:xfrm>
            <a:off x="736600" y="5635625"/>
            <a:ext cx="9344025" cy="238347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pic>
        <p:nvPicPr>
          <p:cNvPr id="1029" name="Picture 34" descr="KIOT Device Reversed"/>
          <p:cNvPicPr>
            <a:picLocks noChangeArrowheads="1"/>
          </p:cNvPicPr>
          <p:nvPr/>
        </p:nvPicPr>
        <p:blipFill>
          <a:blip r:embed="rId3" cstate="print"/>
          <a:srcRect/>
          <a:stretch>
            <a:fillRect/>
          </a:stretch>
        </p:blipFill>
        <p:spPr bwMode="auto">
          <a:xfrm>
            <a:off x="17503775" y="792163"/>
            <a:ext cx="3148013" cy="1019175"/>
          </a:xfrm>
          <a:prstGeom prst="rect">
            <a:avLst/>
          </a:prstGeom>
          <a:noFill/>
          <a:ln w="9525">
            <a:noFill/>
            <a:miter lim="800000"/>
            <a:headEnd/>
            <a:tailEnd/>
          </a:ln>
        </p:spPr>
      </p:pic>
      <p:sp>
        <p:nvSpPr>
          <p:cNvPr id="1030" name="Rectangle 42"/>
          <p:cNvSpPr>
            <a:spLocks noGrp="1" noChangeArrowheads="1"/>
          </p:cNvSpPr>
          <p:nvPr>
            <p:ph type="title"/>
          </p:nvPr>
        </p:nvSpPr>
        <p:spPr bwMode="auto">
          <a:xfrm>
            <a:off x="736600" y="1350963"/>
            <a:ext cx="20131088" cy="298767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GB" dirty="0"/>
              <a:t>Click to edit </a:t>
            </a:r>
            <a:br>
              <a:rPr lang="en-GB" dirty="0"/>
            </a:br>
            <a:r>
              <a:rPr lang="en-GB" dirty="0"/>
              <a:t>Master title style</a:t>
            </a:r>
          </a:p>
        </p:txBody>
      </p:sp>
      <p:sp>
        <p:nvSpPr>
          <p:cNvPr id="1061" name="Text Box 37"/>
          <p:cNvSpPr txBox="1">
            <a:spLocks noChangeArrowheads="1"/>
          </p:cNvSpPr>
          <p:nvPr/>
        </p:nvSpPr>
        <p:spPr bwMode="auto">
          <a:xfrm>
            <a:off x="736600" y="792163"/>
            <a:ext cx="10461625" cy="701675"/>
          </a:xfrm>
          <a:prstGeom prst="rect">
            <a:avLst/>
          </a:prstGeom>
          <a:noFill/>
          <a:ln w="9525">
            <a:noFill/>
            <a:miter lim="800000"/>
            <a:headEnd/>
            <a:tailEnd/>
          </a:ln>
        </p:spPr>
        <p:txBody>
          <a:bodyPr lIns="0" tIns="0" rIns="0" bIns="0">
            <a:spAutoFit/>
          </a:bodyPr>
          <a:lstStyle/>
          <a:p>
            <a:pPr defTabSz="912813" eaLnBrk="0" hangingPunct="0">
              <a:spcBef>
                <a:spcPct val="50000"/>
              </a:spcBef>
              <a:defRPr/>
            </a:pPr>
            <a:r>
              <a:rPr lang="en-GB" sz="2300" b="1" dirty="0">
                <a:solidFill>
                  <a:srgbClr val="FFFFFF"/>
                </a:solidFill>
                <a:latin typeface="Arial" panose="020B0604020202020204" pitchFamily="34" charset="0"/>
                <a:cs typeface="Arial" panose="020B0604020202020204" pitchFamily="34" charset="0"/>
              </a:rPr>
              <a:t>Insert your unit name via </a:t>
            </a:r>
            <a:br>
              <a:rPr lang="en-GB" sz="2300" b="1" dirty="0">
                <a:solidFill>
                  <a:srgbClr val="FFFFFF"/>
                </a:solidFill>
                <a:latin typeface="Arial" panose="020B0604020202020204" pitchFamily="34" charset="0"/>
                <a:cs typeface="Arial" panose="020B0604020202020204" pitchFamily="34" charset="0"/>
              </a:rPr>
            </a:br>
            <a:r>
              <a:rPr lang="en-GB" sz="2300" b="1" dirty="0">
                <a:solidFill>
                  <a:srgbClr val="FFFFFF"/>
                </a:solidFill>
                <a:latin typeface="Arial" panose="020B0604020202020204" pitchFamily="34" charset="0"/>
                <a:cs typeface="Arial" panose="020B0604020202020204" pitchFamily="34" charset="0"/>
              </a:rPr>
              <a:t>View &gt; Slide Master</a:t>
            </a:r>
          </a:p>
        </p:txBody>
      </p:sp>
      <p:sp>
        <p:nvSpPr>
          <p:cNvPr id="1067" name="Rectangle 43"/>
          <p:cNvSpPr>
            <a:spLocks noChangeArrowheads="1"/>
          </p:cNvSpPr>
          <p:nvPr/>
        </p:nvSpPr>
        <p:spPr bwMode="auto">
          <a:xfrm>
            <a:off x="0" y="0"/>
            <a:ext cx="21388388" cy="30279975"/>
          </a:xfrm>
          <a:prstGeom prst="rect">
            <a:avLst/>
          </a:prstGeom>
          <a:noFill/>
          <a:ln w="9525">
            <a:solidFill>
              <a:schemeClr val="tx2"/>
            </a:solidFill>
            <a:miter lim="800000"/>
            <a:headEnd/>
            <a:tailEnd/>
          </a:ln>
          <a:effectLst/>
        </p:spPr>
        <p:txBody>
          <a:bodyPr wrap="none" anchor="ctr"/>
          <a:lstStyle/>
          <a:p>
            <a:pPr algn="ctr" defTabSz="2952750">
              <a:defRPr/>
            </a:pPr>
            <a:endParaRPr lang="en-US"/>
          </a:p>
        </p:txBody>
      </p:sp>
    </p:spTree>
    <p:extLst>
      <p:ext uri="{BB962C8B-B14F-4D97-AF65-F5344CB8AC3E}">
        <p14:creationId xmlns:p14="http://schemas.microsoft.com/office/powerpoint/2010/main" val="2523296050"/>
      </p:ext>
    </p:extLst>
  </p:cSld>
  <p:clrMap bg1="lt1" tx1="dk1" bg2="lt2" tx2="dk2" accent1="accent1" accent2="accent2" accent3="accent3" accent4="accent4" accent5="accent5" accent6="accent6" hlink="hlink" folHlink="folHlink"/>
  <p:sldLayoutIdLst>
    <p:sldLayoutId id="2147483669" r:id="rId1"/>
  </p:sldLayoutIdLst>
  <p:txStyles>
    <p:titleStyle>
      <a:lvl1pPr algn="l" defTabSz="2952750" rtl="0" eaLnBrk="1" fontAlgn="base" hangingPunct="1">
        <a:lnSpc>
          <a:spcPct val="105000"/>
        </a:lnSpc>
        <a:spcBef>
          <a:spcPct val="60000"/>
        </a:spcBef>
        <a:spcAft>
          <a:spcPct val="0"/>
        </a:spcAft>
        <a:defRPr sz="8100" b="1">
          <a:solidFill>
            <a:schemeClr val="bg1"/>
          </a:solidFill>
          <a:latin typeface="Arial" panose="020B0604020202020204" pitchFamily="34" charset="0"/>
          <a:ea typeface="+mj-ea"/>
          <a:cs typeface="Arial" panose="020B0604020202020204" pitchFamily="34" charset="0"/>
        </a:defRPr>
      </a:lvl1pPr>
      <a:lvl2pPr algn="l" defTabSz="2952750" rtl="0" eaLnBrk="1" fontAlgn="base" hangingPunct="1">
        <a:lnSpc>
          <a:spcPct val="105000"/>
        </a:lnSpc>
        <a:spcBef>
          <a:spcPct val="60000"/>
        </a:spcBef>
        <a:spcAft>
          <a:spcPct val="0"/>
        </a:spcAft>
        <a:defRPr sz="8100">
          <a:solidFill>
            <a:schemeClr val="bg1"/>
          </a:solidFill>
          <a:latin typeface="Rdg Vesta" pitchFamily="2" charset="0"/>
        </a:defRPr>
      </a:lvl2pPr>
      <a:lvl3pPr algn="l" defTabSz="2952750" rtl="0" eaLnBrk="1" fontAlgn="base" hangingPunct="1">
        <a:lnSpc>
          <a:spcPct val="105000"/>
        </a:lnSpc>
        <a:spcBef>
          <a:spcPct val="60000"/>
        </a:spcBef>
        <a:spcAft>
          <a:spcPct val="0"/>
        </a:spcAft>
        <a:defRPr sz="8100">
          <a:solidFill>
            <a:schemeClr val="bg1"/>
          </a:solidFill>
          <a:latin typeface="Rdg Vesta" pitchFamily="2" charset="0"/>
        </a:defRPr>
      </a:lvl3pPr>
      <a:lvl4pPr algn="l" defTabSz="2952750" rtl="0" eaLnBrk="1" fontAlgn="base" hangingPunct="1">
        <a:lnSpc>
          <a:spcPct val="105000"/>
        </a:lnSpc>
        <a:spcBef>
          <a:spcPct val="60000"/>
        </a:spcBef>
        <a:spcAft>
          <a:spcPct val="0"/>
        </a:spcAft>
        <a:defRPr sz="8100">
          <a:solidFill>
            <a:schemeClr val="bg1"/>
          </a:solidFill>
          <a:latin typeface="Rdg Vesta" pitchFamily="2" charset="0"/>
        </a:defRPr>
      </a:lvl4pPr>
      <a:lvl5pPr algn="l" defTabSz="2952750" rtl="0" eaLnBrk="1" fontAlgn="base" hangingPunct="1">
        <a:lnSpc>
          <a:spcPct val="105000"/>
        </a:lnSpc>
        <a:spcBef>
          <a:spcPct val="60000"/>
        </a:spcBef>
        <a:spcAft>
          <a:spcPct val="0"/>
        </a:spcAft>
        <a:defRPr sz="8100">
          <a:solidFill>
            <a:schemeClr val="bg1"/>
          </a:solidFill>
          <a:latin typeface="Rdg Vesta" pitchFamily="2" charset="0"/>
        </a:defRPr>
      </a:lvl5pPr>
      <a:lvl6pPr marL="457200" algn="l" defTabSz="2952750" rtl="0" eaLnBrk="1" fontAlgn="base" hangingPunct="1">
        <a:lnSpc>
          <a:spcPct val="105000"/>
        </a:lnSpc>
        <a:spcBef>
          <a:spcPct val="60000"/>
        </a:spcBef>
        <a:spcAft>
          <a:spcPct val="0"/>
        </a:spcAft>
        <a:defRPr sz="8100">
          <a:solidFill>
            <a:schemeClr val="bg1"/>
          </a:solidFill>
          <a:latin typeface="Rdg Vesta" pitchFamily="2" charset="0"/>
        </a:defRPr>
      </a:lvl6pPr>
      <a:lvl7pPr marL="914400" algn="l" defTabSz="2952750" rtl="0" eaLnBrk="1" fontAlgn="base" hangingPunct="1">
        <a:lnSpc>
          <a:spcPct val="105000"/>
        </a:lnSpc>
        <a:spcBef>
          <a:spcPct val="60000"/>
        </a:spcBef>
        <a:spcAft>
          <a:spcPct val="0"/>
        </a:spcAft>
        <a:defRPr sz="8100">
          <a:solidFill>
            <a:schemeClr val="bg1"/>
          </a:solidFill>
          <a:latin typeface="Rdg Vesta" pitchFamily="2" charset="0"/>
        </a:defRPr>
      </a:lvl7pPr>
      <a:lvl8pPr marL="1371600" algn="l" defTabSz="2952750" rtl="0" eaLnBrk="1" fontAlgn="base" hangingPunct="1">
        <a:lnSpc>
          <a:spcPct val="105000"/>
        </a:lnSpc>
        <a:spcBef>
          <a:spcPct val="60000"/>
        </a:spcBef>
        <a:spcAft>
          <a:spcPct val="0"/>
        </a:spcAft>
        <a:defRPr sz="8100">
          <a:solidFill>
            <a:schemeClr val="bg1"/>
          </a:solidFill>
          <a:latin typeface="Rdg Vesta" pitchFamily="2" charset="0"/>
        </a:defRPr>
      </a:lvl8pPr>
      <a:lvl9pPr marL="1828800" algn="l" defTabSz="2952750" rtl="0" eaLnBrk="1" fontAlgn="base" hangingPunct="1">
        <a:lnSpc>
          <a:spcPct val="105000"/>
        </a:lnSpc>
        <a:spcBef>
          <a:spcPct val="60000"/>
        </a:spcBef>
        <a:spcAft>
          <a:spcPct val="0"/>
        </a:spcAft>
        <a:defRPr sz="8100">
          <a:solidFill>
            <a:schemeClr val="bg1"/>
          </a:solidFill>
          <a:latin typeface="Rdg Vesta" pitchFamily="2" charset="0"/>
        </a:defRPr>
      </a:lvl9pPr>
    </p:titleStyle>
    <p:bodyStyle>
      <a:lvl1pPr marL="455613" indent="-455613" algn="l" defTabSz="2952750" rtl="0" eaLnBrk="1" fontAlgn="base" hangingPunct="1">
        <a:lnSpc>
          <a:spcPct val="125000"/>
        </a:lnSpc>
        <a:spcBef>
          <a:spcPct val="60000"/>
        </a:spcBef>
        <a:spcAft>
          <a:spcPct val="0"/>
        </a:spcAft>
        <a:buClr>
          <a:schemeClr val="tx2"/>
        </a:buClr>
        <a:buChar char="•"/>
        <a:defRPr sz="2600">
          <a:solidFill>
            <a:schemeClr val="tx1"/>
          </a:solidFill>
          <a:latin typeface="Arial" panose="020B0604020202020204" pitchFamily="34" charset="0"/>
          <a:ea typeface="+mn-ea"/>
          <a:cs typeface="Arial" panose="020B0604020202020204" pitchFamily="34" charset="0"/>
        </a:defRPr>
      </a:lvl1pPr>
      <a:lvl2pPr marL="1000125" indent="-457200" algn="l" defTabSz="2952750" rtl="0" eaLnBrk="1" fontAlgn="base" hangingPunct="1">
        <a:lnSpc>
          <a:spcPct val="125000"/>
        </a:lnSpc>
        <a:spcBef>
          <a:spcPct val="40000"/>
        </a:spcBef>
        <a:spcAft>
          <a:spcPct val="0"/>
        </a:spcAft>
        <a:buClr>
          <a:schemeClr val="tx2"/>
        </a:buClr>
        <a:buChar char="•"/>
        <a:defRPr sz="2600">
          <a:solidFill>
            <a:schemeClr val="tx1"/>
          </a:solidFill>
          <a:latin typeface="Arial" panose="020B0604020202020204" pitchFamily="34" charset="0"/>
          <a:cs typeface="Arial" panose="020B0604020202020204" pitchFamily="34" charset="0"/>
        </a:defRPr>
      </a:lvl2pPr>
      <a:lvl3pPr marL="1331913" indent="-342900" algn="l" defTabSz="2952750" rtl="0" eaLnBrk="1" fontAlgn="base" hangingPunct="1">
        <a:lnSpc>
          <a:spcPct val="125000"/>
        </a:lnSpc>
        <a:spcBef>
          <a:spcPct val="30000"/>
        </a:spcBef>
        <a:spcAft>
          <a:spcPct val="0"/>
        </a:spcAft>
        <a:buClr>
          <a:schemeClr val="tx2"/>
        </a:buClr>
        <a:buChar char="•"/>
        <a:defRPr sz="2200">
          <a:solidFill>
            <a:schemeClr val="tx1"/>
          </a:solidFill>
          <a:latin typeface="Arial" panose="020B0604020202020204" pitchFamily="34" charset="0"/>
          <a:cs typeface="Arial" panose="020B0604020202020204" pitchFamily="34" charset="0"/>
        </a:defRPr>
      </a:lvl3pPr>
      <a:lvl4pPr marL="1644650" indent="-301625" algn="l" defTabSz="2952750" rtl="0" eaLnBrk="1" fontAlgn="base" hangingPunct="1">
        <a:lnSpc>
          <a:spcPct val="125000"/>
        </a:lnSpc>
        <a:spcBef>
          <a:spcPct val="4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4pPr>
      <a:lvl5pPr marL="2562225" indent="-738188" algn="l" defTabSz="2952750" rtl="0" eaLnBrk="1" fontAlgn="base" hangingPunct="1">
        <a:lnSpc>
          <a:spcPct val="125000"/>
        </a:lnSpc>
        <a:spcBef>
          <a:spcPct val="60000"/>
        </a:spcBef>
        <a:spcAft>
          <a:spcPct val="0"/>
        </a:spcAft>
        <a:buChar char="»"/>
        <a:defRPr>
          <a:solidFill>
            <a:schemeClr val="tx1"/>
          </a:solidFill>
          <a:latin typeface="+mn-lt"/>
        </a:defRPr>
      </a:lvl5pPr>
      <a:lvl6pPr marL="3019425" indent="-738188" algn="l" defTabSz="2952750" rtl="0" eaLnBrk="1" fontAlgn="base" hangingPunct="1">
        <a:lnSpc>
          <a:spcPct val="125000"/>
        </a:lnSpc>
        <a:spcBef>
          <a:spcPct val="60000"/>
        </a:spcBef>
        <a:spcAft>
          <a:spcPct val="0"/>
        </a:spcAft>
        <a:buChar char="»"/>
        <a:defRPr>
          <a:solidFill>
            <a:schemeClr val="tx1"/>
          </a:solidFill>
          <a:latin typeface="+mn-lt"/>
        </a:defRPr>
      </a:lvl6pPr>
      <a:lvl7pPr marL="3476625" indent="-738188" algn="l" defTabSz="2952750" rtl="0" eaLnBrk="1" fontAlgn="base" hangingPunct="1">
        <a:lnSpc>
          <a:spcPct val="125000"/>
        </a:lnSpc>
        <a:spcBef>
          <a:spcPct val="60000"/>
        </a:spcBef>
        <a:spcAft>
          <a:spcPct val="0"/>
        </a:spcAft>
        <a:buChar char="»"/>
        <a:defRPr>
          <a:solidFill>
            <a:schemeClr val="tx1"/>
          </a:solidFill>
          <a:latin typeface="+mn-lt"/>
        </a:defRPr>
      </a:lvl7pPr>
      <a:lvl8pPr marL="3933825" indent="-738188" algn="l" defTabSz="2952750" rtl="0" eaLnBrk="1" fontAlgn="base" hangingPunct="1">
        <a:lnSpc>
          <a:spcPct val="125000"/>
        </a:lnSpc>
        <a:spcBef>
          <a:spcPct val="60000"/>
        </a:spcBef>
        <a:spcAft>
          <a:spcPct val="0"/>
        </a:spcAft>
        <a:buChar char="»"/>
        <a:defRPr>
          <a:solidFill>
            <a:schemeClr val="tx1"/>
          </a:solidFill>
          <a:latin typeface="+mn-lt"/>
        </a:defRPr>
      </a:lvl8pPr>
      <a:lvl9pPr marL="4391025" indent="-738188" algn="l" defTabSz="2952750" rtl="0" eaLnBrk="1" fontAlgn="base" hangingPunct="1">
        <a:lnSpc>
          <a:spcPct val="125000"/>
        </a:lnSpc>
        <a:spcBef>
          <a:spcPct val="6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57" name="Rectangle 33"/>
          <p:cNvSpPr>
            <a:spLocks noChangeArrowheads="1"/>
          </p:cNvSpPr>
          <p:nvPr/>
        </p:nvSpPr>
        <p:spPr bwMode="auto">
          <a:xfrm>
            <a:off x="0" y="0"/>
            <a:ext cx="21388388" cy="5168900"/>
          </a:xfrm>
          <a:prstGeom prst="rect">
            <a:avLst/>
          </a:prstGeom>
          <a:solidFill>
            <a:schemeClr val="tx2"/>
          </a:solidFill>
          <a:ln w="9525">
            <a:noFill/>
            <a:miter lim="800000"/>
            <a:headEnd/>
            <a:tailEnd/>
          </a:ln>
        </p:spPr>
        <p:txBody>
          <a:bodyPr wrap="none" anchor="ctr"/>
          <a:lstStyle/>
          <a:p>
            <a:pPr>
              <a:defRPr/>
            </a:pPr>
            <a:endParaRPr lang="en-GB"/>
          </a:p>
        </p:txBody>
      </p:sp>
      <p:sp>
        <p:nvSpPr>
          <p:cNvPr id="1062" name="Text Box 38"/>
          <p:cNvSpPr txBox="1">
            <a:spLocks noChangeArrowheads="1"/>
          </p:cNvSpPr>
          <p:nvPr/>
        </p:nvSpPr>
        <p:spPr bwMode="auto">
          <a:xfrm>
            <a:off x="668338" y="4533900"/>
            <a:ext cx="19962812" cy="545143"/>
          </a:xfrm>
          <a:prstGeom prst="rect">
            <a:avLst/>
          </a:prstGeom>
          <a:solidFill>
            <a:schemeClr val="tx2"/>
          </a:solidFill>
          <a:ln w="9525">
            <a:noFill/>
            <a:miter lim="800000"/>
            <a:headEnd/>
            <a:tailEnd/>
          </a:ln>
        </p:spPr>
        <p:txBody>
          <a:bodyPr lIns="91436" tIns="45717" rIns="91436" bIns="45717">
            <a:spAutoFit/>
          </a:bodyPr>
          <a:lstStyle/>
          <a:p>
            <a:pPr defTabSz="912813" eaLnBrk="0" hangingPunct="0">
              <a:lnSpc>
                <a:spcPct val="110000"/>
              </a:lnSpc>
              <a:defRPr/>
            </a:pPr>
            <a:r>
              <a:rPr lang="en-GB" sz="2900" dirty="0">
                <a:solidFill>
                  <a:srgbClr val="FFFFFF"/>
                </a:solidFill>
                <a:latin typeface="Arial" panose="020B0604020202020204" pitchFamily="34" charset="0"/>
                <a:cs typeface="Arial" panose="020B0604020202020204" pitchFamily="34" charset="0"/>
              </a:rPr>
              <a:t>Author 1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Author 2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Author 3   (edit this list via View &gt; Slide Master)</a:t>
            </a:r>
            <a:endParaRPr lang="en-GB" sz="2000" dirty="0">
              <a:solidFill>
                <a:srgbClr val="FFFFFF"/>
              </a:solidFill>
              <a:latin typeface="Arial" panose="020B0604020202020204" pitchFamily="34" charset="0"/>
              <a:cs typeface="Arial" panose="020B0604020202020204" pitchFamily="34" charset="0"/>
            </a:endParaRPr>
          </a:p>
        </p:txBody>
      </p:sp>
      <p:sp>
        <p:nvSpPr>
          <p:cNvPr id="1028" name="Rectangle 39"/>
          <p:cNvSpPr>
            <a:spLocks noGrp="1" noChangeArrowheads="1"/>
          </p:cNvSpPr>
          <p:nvPr>
            <p:ph type="body" idx="1"/>
          </p:nvPr>
        </p:nvSpPr>
        <p:spPr bwMode="auto">
          <a:xfrm>
            <a:off x="736600" y="5635625"/>
            <a:ext cx="9344025" cy="238347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pic>
        <p:nvPicPr>
          <p:cNvPr id="1029" name="Picture 34" descr="KIOT Device Reversed"/>
          <p:cNvPicPr>
            <a:picLocks noChangeArrowheads="1"/>
          </p:cNvPicPr>
          <p:nvPr/>
        </p:nvPicPr>
        <p:blipFill>
          <a:blip r:embed="rId3" cstate="print"/>
          <a:srcRect/>
          <a:stretch>
            <a:fillRect/>
          </a:stretch>
        </p:blipFill>
        <p:spPr bwMode="auto">
          <a:xfrm>
            <a:off x="17503775" y="792163"/>
            <a:ext cx="3148013" cy="1019175"/>
          </a:xfrm>
          <a:prstGeom prst="rect">
            <a:avLst/>
          </a:prstGeom>
          <a:noFill/>
          <a:ln w="9525">
            <a:noFill/>
            <a:miter lim="800000"/>
            <a:headEnd/>
            <a:tailEnd/>
          </a:ln>
        </p:spPr>
      </p:pic>
      <p:sp>
        <p:nvSpPr>
          <p:cNvPr id="1030" name="Rectangle 42"/>
          <p:cNvSpPr>
            <a:spLocks noGrp="1" noChangeArrowheads="1"/>
          </p:cNvSpPr>
          <p:nvPr>
            <p:ph type="title"/>
          </p:nvPr>
        </p:nvSpPr>
        <p:spPr bwMode="auto">
          <a:xfrm>
            <a:off x="736600" y="1350963"/>
            <a:ext cx="20131088" cy="298767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GB" dirty="0"/>
              <a:t>Click to edit </a:t>
            </a:r>
            <a:br>
              <a:rPr lang="en-GB" dirty="0"/>
            </a:br>
            <a:r>
              <a:rPr lang="en-GB" dirty="0"/>
              <a:t>Master title style</a:t>
            </a:r>
          </a:p>
        </p:txBody>
      </p:sp>
      <p:sp>
        <p:nvSpPr>
          <p:cNvPr id="1061" name="Text Box 37"/>
          <p:cNvSpPr txBox="1">
            <a:spLocks noChangeArrowheads="1"/>
          </p:cNvSpPr>
          <p:nvPr/>
        </p:nvSpPr>
        <p:spPr bwMode="auto">
          <a:xfrm>
            <a:off x="736600" y="792163"/>
            <a:ext cx="10461625" cy="701675"/>
          </a:xfrm>
          <a:prstGeom prst="rect">
            <a:avLst/>
          </a:prstGeom>
          <a:noFill/>
          <a:ln w="9525">
            <a:noFill/>
            <a:miter lim="800000"/>
            <a:headEnd/>
            <a:tailEnd/>
          </a:ln>
        </p:spPr>
        <p:txBody>
          <a:bodyPr lIns="0" tIns="0" rIns="0" bIns="0">
            <a:spAutoFit/>
          </a:bodyPr>
          <a:lstStyle/>
          <a:p>
            <a:pPr defTabSz="912813" eaLnBrk="0" hangingPunct="0">
              <a:spcBef>
                <a:spcPct val="50000"/>
              </a:spcBef>
              <a:defRPr/>
            </a:pPr>
            <a:r>
              <a:rPr lang="en-GB" sz="2300" b="1" dirty="0">
                <a:solidFill>
                  <a:srgbClr val="FFFFFF"/>
                </a:solidFill>
                <a:latin typeface="Arial" panose="020B0604020202020204" pitchFamily="34" charset="0"/>
                <a:cs typeface="Arial" panose="020B0604020202020204" pitchFamily="34" charset="0"/>
              </a:rPr>
              <a:t>Insert your unit name via </a:t>
            </a:r>
            <a:br>
              <a:rPr lang="en-GB" sz="2300" b="1" dirty="0">
                <a:solidFill>
                  <a:srgbClr val="FFFFFF"/>
                </a:solidFill>
                <a:latin typeface="Arial" panose="020B0604020202020204" pitchFamily="34" charset="0"/>
                <a:cs typeface="Arial" panose="020B0604020202020204" pitchFamily="34" charset="0"/>
              </a:rPr>
            </a:br>
            <a:r>
              <a:rPr lang="en-GB" sz="2300" b="1" dirty="0">
                <a:solidFill>
                  <a:srgbClr val="FFFFFF"/>
                </a:solidFill>
                <a:latin typeface="Arial" panose="020B0604020202020204" pitchFamily="34" charset="0"/>
                <a:cs typeface="Arial" panose="020B0604020202020204" pitchFamily="34" charset="0"/>
              </a:rPr>
              <a:t>View &gt; Slide Master</a:t>
            </a:r>
          </a:p>
        </p:txBody>
      </p:sp>
      <p:sp>
        <p:nvSpPr>
          <p:cNvPr id="1067" name="Rectangle 43"/>
          <p:cNvSpPr>
            <a:spLocks noChangeArrowheads="1"/>
          </p:cNvSpPr>
          <p:nvPr/>
        </p:nvSpPr>
        <p:spPr bwMode="auto">
          <a:xfrm>
            <a:off x="0" y="0"/>
            <a:ext cx="21388388" cy="30279975"/>
          </a:xfrm>
          <a:prstGeom prst="rect">
            <a:avLst/>
          </a:prstGeom>
          <a:noFill/>
          <a:ln w="9525">
            <a:solidFill>
              <a:schemeClr val="tx2"/>
            </a:solidFill>
            <a:miter lim="800000"/>
            <a:headEnd/>
            <a:tailEnd/>
          </a:ln>
          <a:effectLst/>
        </p:spPr>
        <p:txBody>
          <a:bodyPr wrap="none" anchor="ctr"/>
          <a:lstStyle/>
          <a:p>
            <a:pPr algn="ctr" defTabSz="2952750">
              <a:defRPr/>
            </a:pPr>
            <a:endParaRPr lang="en-US"/>
          </a:p>
        </p:txBody>
      </p:sp>
    </p:spTree>
    <p:extLst>
      <p:ext uri="{BB962C8B-B14F-4D97-AF65-F5344CB8AC3E}">
        <p14:creationId xmlns:p14="http://schemas.microsoft.com/office/powerpoint/2010/main" val="635950697"/>
      </p:ext>
    </p:extLst>
  </p:cSld>
  <p:clrMap bg1="lt1" tx1="dk1" bg2="lt2" tx2="dk2" accent1="accent1" accent2="accent2" accent3="accent3" accent4="accent4" accent5="accent5" accent6="accent6" hlink="hlink" folHlink="folHlink"/>
  <p:sldLayoutIdLst>
    <p:sldLayoutId id="2147483673" r:id="rId1"/>
  </p:sldLayoutIdLst>
  <p:txStyles>
    <p:titleStyle>
      <a:lvl1pPr algn="l" defTabSz="2952750" rtl="0" eaLnBrk="1" fontAlgn="base" hangingPunct="1">
        <a:lnSpc>
          <a:spcPct val="105000"/>
        </a:lnSpc>
        <a:spcBef>
          <a:spcPct val="60000"/>
        </a:spcBef>
        <a:spcAft>
          <a:spcPct val="0"/>
        </a:spcAft>
        <a:defRPr sz="8100" b="1">
          <a:solidFill>
            <a:schemeClr val="bg1"/>
          </a:solidFill>
          <a:latin typeface="Arial" panose="020B0604020202020204" pitchFamily="34" charset="0"/>
          <a:ea typeface="+mj-ea"/>
          <a:cs typeface="Arial" panose="020B0604020202020204" pitchFamily="34" charset="0"/>
        </a:defRPr>
      </a:lvl1pPr>
      <a:lvl2pPr algn="l" defTabSz="2952750" rtl="0" eaLnBrk="1" fontAlgn="base" hangingPunct="1">
        <a:lnSpc>
          <a:spcPct val="105000"/>
        </a:lnSpc>
        <a:spcBef>
          <a:spcPct val="60000"/>
        </a:spcBef>
        <a:spcAft>
          <a:spcPct val="0"/>
        </a:spcAft>
        <a:defRPr sz="8100">
          <a:solidFill>
            <a:schemeClr val="bg1"/>
          </a:solidFill>
          <a:latin typeface="Rdg Vesta" pitchFamily="2" charset="0"/>
        </a:defRPr>
      </a:lvl2pPr>
      <a:lvl3pPr algn="l" defTabSz="2952750" rtl="0" eaLnBrk="1" fontAlgn="base" hangingPunct="1">
        <a:lnSpc>
          <a:spcPct val="105000"/>
        </a:lnSpc>
        <a:spcBef>
          <a:spcPct val="60000"/>
        </a:spcBef>
        <a:spcAft>
          <a:spcPct val="0"/>
        </a:spcAft>
        <a:defRPr sz="8100">
          <a:solidFill>
            <a:schemeClr val="bg1"/>
          </a:solidFill>
          <a:latin typeface="Rdg Vesta" pitchFamily="2" charset="0"/>
        </a:defRPr>
      </a:lvl3pPr>
      <a:lvl4pPr algn="l" defTabSz="2952750" rtl="0" eaLnBrk="1" fontAlgn="base" hangingPunct="1">
        <a:lnSpc>
          <a:spcPct val="105000"/>
        </a:lnSpc>
        <a:spcBef>
          <a:spcPct val="60000"/>
        </a:spcBef>
        <a:spcAft>
          <a:spcPct val="0"/>
        </a:spcAft>
        <a:defRPr sz="8100">
          <a:solidFill>
            <a:schemeClr val="bg1"/>
          </a:solidFill>
          <a:latin typeface="Rdg Vesta" pitchFamily="2" charset="0"/>
        </a:defRPr>
      </a:lvl4pPr>
      <a:lvl5pPr algn="l" defTabSz="2952750" rtl="0" eaLnBrk="1" fontAlgn="base" hangingPunct="1">
        <a:lnSpc>
          <a:spcPct val="105000"/>
        </a:lnSpc>
        <a:spcBef>
          <a:spcPct val="60000"/>
        </a:spcBef>
        <a:spcAft>
          <a:spcPct val="0"/>
        </a:spcAft>
        <a:defRPr sz="8100">
          <a:solidFill>
            <a:schemeClr val="bg1"/>
          </a:solidFill>
          <a:latin typeface="Rdg Vesta" pitchFamily="2" charset="0"/>
        </a:defRPr>
      </a:lvl5pPr>
      <a:lvl6pPr marL="457200" algn="l" defTabSz="2952750" rtl="0" eaLnBrk="1" fontAlgn="base" hangingPunct="1">
        <a:lnSpc>
          <a:spcPct val="105000"/>
        </a:lnSpc>
        <a:spcBef>
          <a:spcPct val="60000"/>
        </a:spcBef>
        <a:spcAft>
          <a:spcPct val="0"/>
        </a:spcAft>
        <a:defRPr sz="8100">
          <a:solidFill>
            <a:schemeClr val="bg1"/>
          </a:solidFill>
          <a:latin typeface="Rdg Vesta" pitchFamily="2" charset="0"/>
        </a:defRPr>
      </a:lvl6pPr>
      <a:lvl7pPr marL="914400" algn="l" defTabSz="2952750" rtl="0" eaLnBrk="1" fontAlgn="base" hangingPunct="1">
        <a:lnSpc>
          <a:spcPct val="105000"/>
        </a:lnSpc>
        <a:spcBef>
          <a:spcPct val="60000"/>
        </a:spcBef>
        <a:spcAft>
          <a:spcPct val="0"/>
        </a:spcAft>
        <a:defRPr sz="8100">
          <a:solidFill>
            <a:schemeClr val="bg1"/>
          </a:solidFill>
          <a:latin typeface="Rdg Vesta" pitchFamily="2" charset="0"/>
        </a:defRPr>
      </a:lvl7pPr>
      <a:lvl8pPr marL="1371600" algn="l" defTabSz="2952750" rtl="0" eaLnBrk="1" fontAlgn="base" hangingPunct="1">
        <a:lnSpc>
          <a:spcPct val="105000"/>
        </a:lnSpc>
        <a:spcBef>
          <a:spcPct val="60000"/>
        </a:spcBef>
        <a:spcAft>
          <a:spcPct val="0"/>
        </a:spcAft>
        <a:defRPr sz="8100">
          <a:solidFill>
            <a:schemeClr val="bg1"/>
          </a:solidFill>
          <a:latin typeface="Rdg Vesta" pitchFamily="2" charset="0"/>
        </a:defRPr>
      </a:lvl8pPr>
      <a:lvl9pPr marL="1828800" algn="l" defTabSz="2952750" rtl="0" eaLnBrk="1" fontAlgn="base" hangingPunct="1">
        <a:lnSpc>
          <a:spcPct val="105000"/>
        </a:lnSpc>
        <a:spcBef>
          <a:spcPct val="60000"/>
        </a:spcBef>
        <a:spcAft>
          <a:spcPct val="0"/>
        </a:spcAft>
        <a:defRPr sz="8100">
          <a:solidFill>
            <a:schemeClr val="bg1"/>
          </a:solidFill>
          <a:latin typeface="Rdg Vesta" pitchFamily="2" charset="0"/>
        </a:defRPr>
      </a:lvl9pPr>
    </p:titleStyle>
    <p:bodyStyle>
      <a:lvl1pPr marL="455613" indent="-455613" algn="l" defTabSz="2952750" rtl="0" eaLnBrk="1" fontAlgn="base" hangingPunct="1">
        <a:lnSpc>
          <a:spcPct val="125000"/>
        </a:lnSpc>
        <a:spcBef>
          <a:spcPct val="60000"/>
        </a:spcBef>
        <a:spcAft>
          <a:spcPct val="0"/>
        </a:spcAft>
        <a:buClr>
          <a:schemeClr val="tx2"/>
        </a:buClr>
        <a:buChar char="•"/>
        <a:defRPr sz="2600">
          <a:solidFill>
            <a:schemeClr val="tx1"/>
          </a:solidFill>
          <a:latin typeface="Arial" panose="020B0604020202020204" pitchFamily="34" charset="0"/>
          <a:ea typeface="+mn-ea"/>
          <a:cs typeface="Arial" panose="020B0604020202020204" pitchFamily="34" charset="0"/>
        </a:defRPr>
      </a:lvl1pPr>
      <a:lvl2pPr marL="1000125" indent="-457200" algn="l" defTabSz="2952750" rtl="0" eaLnBrk="1" fontAlgn="base" hangingPunct="1">
        <a:lnSpc>
          <a:spcPct val="125000"/>
        </a:lnSpc>
        <a:spcBef>
          <a:spcPct val="40000"/>
        </a:spcBef>
        <a:spcAft>
          <a:spcPct val="0"/>
        </a:spcAft>
        <a:buClr>
          <a:schemeClr val="tx2"/>
        </a:buClr>
        <a:buChar char="•"/>
        <a:defRPr sz="2600">
          <a:solidFill>
            <a:schemeClr val="tx1"/>
          </a:solidFill>
          <a:latin typeface="Arial" panose="020B0604020202020204" pitchFamily="34" charset="0"/>
          <a:cs typeface="Arial" panose="020B0604020202020204" pitchFamily="34" charset="0"/>
        </a:defRPr>
      </a:lvl2pPr>
      <a:lvl3pPr marL="1331913" indent="-342900" algn="l" defTabSz="2952750" rtl="0" eaLnBrk="1" fontAlgn="base" hangingPunct="1">
        <a:lnSpc>
          <a:spcPct val="125000"/>
        </a:lnSpc>
        <a:spcBef>
          <a:spcPct val="30000"/>
        </a:spcBef>
        <a:spcAft>
          <a:spcPct val="0"/>
        </a:spcAft>
        <a:buClr>
          <a:schemeClr val="tx2"/>
        </a:buClr>
        <a:buChar char="•"/>
        <a:defRPr sz="2200">
          <a:solidFill>
            <a:schemeClr val="tx1"/>
          </a:solidFill>
          <a:latin typeface="Arial" panose="020B0604020202020204" pitchFamily="34" charset="0"/>
          <a:cs typeface="Arial" panose="020B0604020202020204" pitchFamily="34" charset="0"/>
        </a:defRPr>
      </a:lvl3pPr>
      <a:lvl4pPr marL="1644650" indent="-301625" algn="l" defTabSz="2952750" rtl="0" eaLnBrk="1" fontAlgn="base" hangingPunct="1">
        <a:lnSpc>
          <a:spcPct val="125000"/>
        </a:lnSpc>
        <a:spcBef>
          <a:spcPct val="4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4pPr>
      <a:lvl5pPr marL="2562225" indent="-738188" algn="l" defTabSz="2952750" rtl="0" eaLnBrk="1" fontAlgn="base" hangingPunct="1">
        <a:lnSpc>
          <a:spcPct val="125000"/>
        </a:lnSpc>
        <a:spcBef>
          <a:spcPct val="60000"/>
        </a:spcBef>
        <a:spcAft>
          <a:spcPct val="0"/>
        </a:spcAft>
        <a:buChar char="»"/>
        <a:defRPr>
          <a:solidFill>
            <a:schemeClr val="tx1"/>
          </a:solidFill>
          <a:latin typeface="+mn-lt"/>
        </a:defRPr>
      </a:lvl5pPr>
      <a:lvl6pPr marL="3019425" indent="-738188" algn="l" defTabSz="2952750" rtl="0" eaLnBrk="1" fontAlgn="base" hangingPunct="1">
        <a:lnSpc>
          <a:spcPct val="125000"/>
        </a:lnSpc>
        <a:spcBef>
          <a:spcPct val="60000"/>
        </a:spcBef>
        <a:spcAft>
          <a:spcPct val="0"/>
        </a:spcAft>
        <a:buChar char="»"/>
        <a:defRPr>
          <a:solidFill>
            <a:schemeClr val="tx1"/>
          </a:solidFill>
          <a:latin typeface="+mn-lt"/>
        </a:defRPr>
      </a:lvl6pPr>
      <a:lvl7pPr marL="3476625" indent="-738188" algn="l" defTabSz="2952750" rtl="0" eaLnBrk="1" fontAlgn="base" hangingPunct="1">
        <a:lnSpc>
          <a:spcPct val="125000"/>
        </a:lnSpc>
        <a:spcBef>
          <a:spcPct val="60000"/>
        </a:spcBef>
        <a:spcAft>
          <a:spcPct val="0"/>
        </a:spcAft>
        <a:buChar char="»"/>
        <a:defRPr>
          <a:solidFill>
            <a:schemeClr val="tx1"/>
          </a:solidFill>
          <a:latin typeface="+mn-lt"/>
        </a:defRPr>
      </a:lvl7pPr>
      <a:lvl8pPr marL="3933825" indent="-738188" algn="l" defTabSz="2952750" rtl="0" eaLnBrk="1" fontAlgn="base" hangingPunct="1">
        <a:lnSpc>
          <a:spcPct val="125000"/>
        </a:lnSpc>
        <a:spcBef>
          <a:spcPct val="60000"/>
        </a:spcBef>
        <a:spcAft>
          <a:spcPct val="0"/>
        </a:spcAft>
        <a:buChar char="»"/>
        <a:defRPr>
          <a:solidFill>
            <a:schemeClr val="tx1"/>
          </a:solidFill>
          <a:latin typeface="+mn-lt"/>
        </a:defRPr>
      </a:lvl8pPr>
      <a:lvl9pPr marL="4391025" indent="-738188" algn="l" defTabSz="2952750" rtl="0" eaLnBrk="1" fontAlgn="base" hangingPunct="1">
        <a:lnSpc>
          <a:spcPct val="125000"/>
        </a:lnSpc>
        <a:spcBef>
          <a:spcPct val="6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p:cNvSpPr txBox="1">
            <a:spLocks noChangeArrowheads="1"/>
          </p:cNvSpPr>
          <p:nvPr/>
        </p:nvSpPr>
        <p:spPr bwMode="auto">
          <a:xfrm>
            <a:off x="323850" y="5635625"/>
            <a:ext cx="10217149" cy="24120052"/>
          </a:xfrm>
          <a:prstGeom prst="rect">
            <a:avLst/>
          </a:prstGeom>
          <a:noFill/>
          <a:ln w="9525">
            <a:noFill/>
            <a:miter lim="800000"/>
            <a:headEnd/>
            <a:tailEnd/>
          </a:ln>
          <a:effectLst/>
        </p:spPr>
        <p:txBody>
          <a:bodyPr lIns="0" tIns="0" rIns="0" bIns="0"/>
          <a:lstStyle/>
          <a:p>
            <a:pPr marL="446088" indent="-446088">
              <a:spcBef>
                <a:spcPts val="0"/>
              </a:spcBef>
              <a:buNone/>
            </a:pPr>
            <a:r>
              <a:rPr lang="en-GB" sz="3300" b="1" dirty="0">
                <a:solidFill>
                  <a:schemeClr val="tx2"/>
                </a:solidFill>
                <a:latin typeface="Arial" panose="020B0604020202020204" pitchFamily="34" charset="0"/>
                <a:cs typeface="Arial" panose="020B0604020202020204" pitchFamily="34" charset="0"/>
              </a:rPr>
              <a:t>   </a:t>
            </a:r>
            <a:r>
              <a:rPr lang="en-GB" sz="3300" b="1" kern="1200" dirty="0">
                <a:solidFill>
                  <a:schemeClr val="tx2"/>
                </a:solidFill>
                <a:latin typeface="Arial" panose="020B0604020202020204" pitchFamily="34" charset="0"/>
                <a:cs typeface="Arial" panose="020B0604020202020204" pitchFamily="34" charset="0"/>
              </a:rPr>
              <a:t>Project Abstract</a:t>
            </a:r>
          </a:p>
          <a:p>
            <a:pPr marL="358775" indent="-358775" algn="just">
              <a:spcBef>
                <a:spcPts val="600"/>
              </a:spcBef>
              <a:buNone/>
            </a:pPr>
            <a:r>
              <a:rPr lang="en-US" sz="2000" dirty="0"/>
              <a:t>      </a:t>
            </a:r>
            <a:r>
              <a:rPr lang="en-IN" sz="1600" dirty="0"/>
              <a:t>This project presents a low-cost monitoring system for farm produce storage that helps maintain suitable storage conditions by monitoring temperature and humidity. An ESP32-based system with temperature and humidity sensors continuously measures the storage environment. The collected data can be recorded and </a:t>
            </a:r>
            <a:r>
              <a:rPr lang="en-IN" sz="1600" dirty="0" err="1"/>
              <a:t>analyzed</a:t>
            </a:r>
            <a:r>
              <a:rPr lang="en-IN" sz="1600" dirty="0"/>
              <a:t> to identify </a:t>
            </a:r>
            <a:r>
              <a:rPr lang="en-IN" sz="1600" dirty="0" err="1"/>
              <a:t>unfavorable</a:t>
            </a:r>
            <a:r>
              <a:rPr lang="en-IN" sz="1600" dirty="0"/>
              <a:t> conditions that may cause spoilage. The proposed system is affordable, energy-efficient, and suitable for small-scale farmers and low-cost storage facilities.</a:t>
            </a:r>
            <a:endParaRPr lang="en-US" sz="1600" dirty="0">
              <a:latin typeface="+mn-lt"/>
            </a:endParaRPr>
          </a:p>
          <a:p>
            <a:pPr marL="358775" indent="-358775" algn="just">
              <a:spcBef>
                <a:spcPts val="600"/>
              </a:spcBef>
              <a:buNone/>
            </a:pPr>
            <a:r>
              <a:rPr lang="en-US" sz="1400" b="1" kern="1200" dirty="0">
                <a:solidFill>
                  <a:schemeClr val="tx2"/>
                </a:solidFill>
                <a:latin typeface="+mn-lt"/>
                <a:cs typeface="Arial" panose="020B0604020202020204" pitchFamily="34" charset="0"/>
              </a:rPr>
              <a:t>       </a:t>
            </a:r>
            <a:r>
              <a:rPr lang="en-GB" sz="3300" b="1" kern="1200" dirty="0">
                <a:solidFill>
                  <a:schemeClr val="tx2"/>
                </a:solidFill>
                <a:latin typeface="Arial" panose="020B0604020202020204" pitchFamily="34" charset="0"/>
                <a:cs typeface="Arial" panose="020B0604020202020204" pitchFamily="34" charset="0"/>
              </a:rPr>
              <a:t>Problem Statement</a:t>
            </a:r>
          </a:p>
          <a:p>
            <a:pPr marL="358775" indent="-358775" algn="just">
              <a:spcBef>
                <a:spcPts val="600"/>
              </a:spcBef>
              <a:buNone/>
            </a:pPr>
            <a:r>
              <a:rPr lang="en-US" sz="1400" dirty="0">
                <a:latin typeface="+mn-lt"/>
              </a:rPr>
              <a:t>       </a:t>
            </a:r>
            <a:r>
              <a:rPr lang="en-IN" sz="1600" dirty="0"/>
              <a:t>Farm produce can deteriorate due to unsuitable temperature and humidity conditions during storage. Small-scale farmers may not have access to expensive monitoring systems. Manual checking of storage conditions is also time-consuming and may not provide continuous monitoring. Therefore, there is a need for a low-cost system that continuously monitors storage conditions and helps prevent post-harvest losses.</a:t>
            </a:r>
            <a:endParaRPr lang="en-US" sz="1600" dirty="0">
              <a:latin typeface="+mn-lt"/>
            </a:endParaRPr>
          </a:p>
          <a:p>
            <a:pPr marL="358775" indent="-358775" algn="just">
              <a:spcBef>
                <a:spcPts val="600"/>
              </a:spcBef>
              <a:buNone/>
            </a:pPr>
            <a:r>
              <a:rPr lang="en-US" sz="1400" b="1" kern="1200" dirty="0">
                <a:solidFill>
                  <a:schemeClr val="tx2"/>
                </a:solidFill>
                <a:latin typeface="+mn-lt"/>
                <a:cs typeface="Arial" panose="020B0604020202020204" pitchFamily="34" charset="0"/>
              </a:rPr>
              <a:t>        </a:t>
            </a:r>
            <a:r>
              <a:rPr lang="en-GB" sz="3300" b="1" kern="1200" dirty="0">
                <a:solidFill>
                  <a:schemeClr val="tx2"/>
                </a:solidFill>
                <a:latin typeface="Arial" panose="020B0604020202020204" pitchFamily="34" charset="0"/>
                <a:cs typeface="Arial" panose="020B0604020202020204" pitchFamily="34" charset="0"/>
              </a:rPr>
              <a:t>Need for the Project</a:t>
            </a:r>
          </a:p>
          <a:p>
            <a:pPr marL="358775" indent="-358775" algn="just">
              <a:spcBef>
                <a:spcPts val="600"/>
              </a:spcBef>
              <a:buNone/>
            </a:pPr>
            <a:r>
              <a:rPr lang="en-US" sz="2000" dirty="0"/>
              <a:t>       </a:t>
            </a:r>
            <a:r>
              <a:rPr lang="en-IN" sz="1600" dirty="0"/>
              <a:t>Reduce post-harvest losses</a:t>
            </a:r>
            <a:r>
              <a:rPr lang="en-US" sz="1600" dirty="0">
                <a:latin typeface="+mn-lt"/>
              </a:rPr>
              <a:t>, </a:t>
            </a:r>
            <a:r>
              <a:rPr lang="en-IN" sz="1600" dirty="0"/>
              <a:t>Monitor temperature and humidity continuously</a:t>
            </a:r>
            <a:r>
              <a:rPr lang="en-US" sz="1600" dirty="0">
                <a:latin typeface="+mn-lt"/>
              </a:rPr>
              <a:t>, </a:t>
            </a:r>
            <a:r>
              <a:rPr lang="en-IN" sz="1600" dirty="0"/>
              <a:t>Identify </a:t>
            </a:r>
            <a:r>
              <a:rPr lang="en-IN" sz="1600" dirty="0" err="1"/>
              <a:t>unfavorable</a:t>
            </a:r>
            <a:r>
              <a:rPr lang="en-IN" sz="1600" dirty="0"/>
              <a:t> storage conditions at an early stage</a:t>
            </a:r>
            <a:r>
              <a:rPr lang="en-US" sz="1600" dirty="0">
                <a:latin typeface="+mn-lt"/>
              </a:rPr>
              <a:t>, </a:t>
            </a:r>
            <a:r>
              <a:rPr lang="en-IN" sz="1600" dirty="0"/>
              <a:t>Provide an affordable monitoring solution for farmers</a:t>
            </a:r>
            <a:r>
              <a:rPr lang="en-US" sz="1600" dirty="0">
                <a:latin typeface="+mn-lt"/>
              </a:rPr>
              <a:t>, </a:t>
            </a:r>
            <a:r>
              <a:rPr lang="en-IN" sz="1600" dirty="0"/>
              <a:t>Improve the quality and storage life of farm produce</a:t>
            </a:r>
            <a:r>
              <a:rPr lang="en-US" sz="1600" b="1" dirty="0">
                <a:latin typeface="+mn-lt"/>
              </a:rPr>
              <a:t>.</a:t>
            </a:r>
            <a:r>
              <a:rPr lang="en-US" sz="1600" dirty="0">
                <a:latin typeface="+mn-lt"/>
              </a:rPr>
              <a:t> </a:t>
            </a:r>
            <a:endParaRPr lang="en-GB" sz="1600" dirty="0">
              <a:latin typeface="+mn-lt"/>
            </a:endParaRPr>
          </a:p>
          <a:p>
            <a:pPr marL="358775" indent="-358775" algn="just">
              <a:spcBef>
                <a:spcPts val="600"/>
              </a:spcBef>
              <a:buNone/>
            </a:pPr>
            <a:r>
              <a:rPr lang="en-GB" sz="1400" b="1" kern="1200" dirty="0">
                <a:solidFill>
                  <a:schemeClr val="tx2"/>
                </a:solidFill>
                <a:latin typeface="+mn-lt"/>
                <a:cs typeface="Arial" panose="020B0604020202020204" pitchFamily="34" charset="0"/>
              </a:rPr>
              <a:t>        </a:t>
            </a:r>
            <a:r>
              <a:rPr lang="en-GB" sz="3300" b="1" kern="1200" dirty="0">
                <a:solidFill>
                  <a:schemeClr val="tx2"/>
                </a:solidFill>
                <a:latin typeface="Arial" panose="020B0604020202020204" pitchFamily="34" charset="0"/>
                <a:cs typeface="Arial" panose="020B0604020202020204" pitchFamily="34" charset="0"/>
              </a:rPr>
              <a:t>Project Objectives</a:t>
            </a:r>
          </a:p>
          <a:p>
            <a:pPr lvl="0"/>
            <a:r>
              <a:rPr lang="en-US" sz="2000" dirty="0"/>
              <a:t>           </a:t>
            </a:r>
            <a:r>
              <a:rPr lang="en-IN" sz="1600" dirty="0"/>
              <a:t>To design and develop a low-cost farm produce storage monitoring system. </a:t>
            </a:r>
          </a:p>
          <a:p>
            <a:pPr lvl="0"/>
            <a:r>
              <a:rPr lang="en-IN" sz="1600" dirty="0"/>
              <a:t>              To monitor temperature and humidity inside the storage area. </a:t>
            </a:r>
          </a:p>
          <a:p>
            <a:pPr lvl="0"/>
            <a:r>
              <a:rPr lang="en-IN" sz="1600" dirty="0"/>
              <a:t>              To provide continuous measurement of storage conditions.</a:t>
            </a:r>
          </a:p>
          <a:p>
            <a:pPr algn="just"/>
            <a:r>
              <a:rPr lang="en-US" sz="1600" dirty="0">
                <a:latin typeface="+mn-lt"/>
              </a:rPr>
              <a:t>. </a:t>
            </a:r>
            <a:r>
              <a:rPr lang="en-GB" sz="1600" dirty="0">
                <a:latin typeface="+mn-lt"/>
              </a:rPr>
              <a:t>   </a:t>
            </a:r>
            <a:r>
              <a:rPr lang="en-GB" sz="1400" b="1" kern="1200" dirty="0">
                <a:solidFill>
                  <a:schemeClr val="tx2"/>
                </a:solidFill>
                <a:latin typeface="+mn-lt"/>
                <a:cs typeface="Arial" panose="020B0604020202020204" pitchFamily="34" charset="0"/>
              </a:rPr>
              <a:t> </a:t>
            </a:r>
            <a:r>
              <a:rPr lang="en-GB" sz="3300" b="1" kern="1200" dirty="0">
                <a:solidFill>
                  <a:schemeClr val="tx2"/>
                </a:solidFill>
                <a:latin typeface="Arial" panose="020B0604020202020204" pitchFamily="34" charset="0"/>
                <a:cs typeface="Arial" panose="020B0604020202020204" pitchFamily="34" charset="0"/>
              </a:rPr>
              <a:t>Expected Learning Outcomes</a:t>
            </a:r>
          </a:p>
          <a:p>
            <a:pPr lvl="0"/>
            <a:r>
              <a:rPr lang="en-US" sz="1600" dirty="0"/>
              <a:t>           </a:t>
            </a:r>
            <a:r>
              <a:rPr lang="en-US" sz="1600" dirty="0">
                <a:latin typeface="+mn-lt"/>
              </a:rPr>
              <a:t>  </a:t>
            </a:r>
            <a:r>
              <a:rPr lang="en-IN" sz="1600" dirty="0"/>
              <a:t>Understand temperature and humidity monitoring. </a:t>
            </a:r>
          </a:p>
          <a:p>
            <a:pPr lvl="0"/>
            <a:r>
              <a:rPr lang="en-IN" sz="1600" dirty="0"/>
              <a:t>              Learn ESP32 programming and sensor interfacing.</a:t>
            </a:r>
          </a:p>
          <a:p>
            <a:r>
              <a:rPr lang="en-US" sz="1400" b="1" kern="1200" dirty="0">
                <a:solidFill>
                  <a:schemeClr val="tx2"/>
                </a:solidFill>
                <a:latin typeface="+mn-lt"/>
                <a:cs typeface="Arial" panose="020B0604020202020204" pitchFamily="34" charset="0"/>
              </a:rPr>
              <a:t>      </a:t>
            </a:r>
            <a:r>
              <a:rPr lang="en-US" sz="1400" b="1" dirty="0">
                <a:solidFill>
                  <a:schemeClr val="tx2"/>
                </a:solidFill>
                <a:latin typeface="+mn-lt"/>
                <a:cs typeface="Arial" panose="020B0604020202020204" pitchFamily="34" charset="0"/>
              </a:rPr>
              <a:t> </a:t>
            </a:r>
            <a:r>
              <a:rPr lang="en-GB" sz="3300" b="1" kern="1200" dirty="0">
                <a:solidFill>
                  <a:schemeClr val="tx2"/>
                </a:solidFill>
                <a:latin typeface="Arial" panose="020B0604020202020204" pitchFamily="34" charset="0"/>
                <a:cs typeface="Arial" panose="020B0604020202020204" pitchFamily="34" charset="0"/>
              </a:rPr>
              <a:t>System Requirements</a:t>
            </a:r>
          </a:p>
          <a:p>
            <a:pPr marL="358775" indent="-358775">
              <a:spcBef>
                <a:spcPts val="1000"/>
              </a:spcBef>
              <a:buNone/>
            </a:pPr>
            <a:r>
              <a:rPr lang="en-GB" sz="2200" b="1" kern="1200" dirty="0"/>
              <a:t>      </a:t>
            </a:r>
            <a:r>
              <a:rPr lang="en-GB" sz="1600" b="1" kern="1200" dirty="0">
                <a:latin typeface="+mn-lt"/>
              </a:rPr>
              <a:t>Hardware:</a:t>
            </a:r>
            <a:r>
              <a:rPr lang="en-IN" sz="1600" dirty="0"/>
              <a:t>ESP32 Microcontroller ,DHT22 Temperature &amp; Humidity Sensor , LCD,LED Display , Buzzer , Power Supply , Connecting Wires , Storage Chamber.</a:t>
            </a:r>
          </a:p>
          <a:p>
            <a:pPr marL="358775" indent="-358775">
              <a:spcBef>
                <a:spcPts val="1000"/>
              </a:spcBef>
              <a:buNone/>
            </a:pPr>
            <a:r>
              <a:rPr lang="en-GB" sz="1600" b="1" kern="1200" dirty="0">
                <a:latin typeface="+mn-lt"/>
              </a:rPr>
              <a:t>      Software</a:t>
            </a:r>
            <a:r>
              <a:rPr lang="en-GB" sz="1600" b="1" dirty="0">
                <a:latin typeface="+mn-lt"/>
              </a:rPr>
              <a:t>:</a:t>
            </a:r>
            <a:r>
              <a:rPr lang="en-US" sz="1600" dirty="0">
                <a:latin typeface="+mn-lt"/>
              </a:rPr>
              <a:t>The software includes Arduino IDE for programming the ESP32, Embedded C for code development, and Microsoft Excel for analyzing the recorded temperature data. </a:t>
            </a:r>
            <a:endParaRPr lang="en-GB" sz="1600" dirty="0">
              <a:latin typeface="+mn-lt"/>
            </a:endParaRPr>
          </a:p>
          <a:p>
            <a:pPr marL="357000">
              <a:spcBef>
                <a:spcPts val="600"/>
              </a:spcBef>
            </a:pPr>
            <a:r>
              <a:rPr lang="en-GB" sz="3300" b="1" kern="1200" dirty="0">
                <a:solidFill>
                  <a:schemeClr val="tx2"/>
                </a:solidFill>
                <a:latin typeface="Arial" panose="020B0604020202020204" pitchFamily="34" charset="0"/>
                <a:cs typeface="Arial" panose="020B0604020202020204" pitchFamily="34" charset="0"/>
              </a:rPr>
              <a:t>Methodology / Workflow</a:t>
            </a:r>
          </a:p>
          <a:p>
            <a:pPr marL="358775" indent="-358775">
              <a:spcBef>
                <a:spcPts val="600"/>
              </a:spcBef>
              <a:buNone/>
            </a:pPr>
            <a:r>
              <a:rPr lang="en-IN" sz="2000" dirty="0"/>
              <a:t>       Problem Identification → Literature Survey → System Design → Component Selection → Prototype Development → Sensor Integration → Temperature &amp; Humidity Monitoring → Data Collection → Analysis → Testing → Results &amp; Conclusion</a:t>
            </a:r>
          </a:p>
          <a:p>
            <a:pPr marL="358775" indent="-358775">
              <a:spcBef>
                <a:spcPts val="600"/>
              </a:spcBef>
              <a:buNone/>
            </a:pPr>
            <a:r>
              <a:rPr lang="en-GB" sz="1400" b="1" kern="1200" dirty="0">
                <a:solidFill>
                  <a:schemeClr val="tx2"/>
                </a:solidFill>
                <a:latin typeface="+mn-lt"/>
                <a:cs typeface="Arial" panose="020B0604020202020204" pitchFamily="34" charset="0"/>
              </a:rPr>
              <a:t>       </a:t>
            </a:r>
            <a:r>
              <a:rPr lang="en-GB" sz="3300" b="1" kern="1200" dirty="0">
                <a:solidFill>
                  <a:schemeClr val="tx2"/>
                </a:solidFill>
                <a:latin typeface="Arial" panose="020B0604020202020204" pitchFamily="34" charset="0"/>
                <a:cs typeface="Arial" panose="020B0604020202020204" pitchFamily="34" charset="0"/>
              </a:rPr>
              <a:t>System Architecture</a:t>
            </a:r>
          </a:p>
          <a:p>
            <a:pPr marL="358775" indent="-358775">
              <a:spcBef>
                <a:spcPts val="600"/>
              </a:spcBef>
              <a:buNone/>
            </a:pPr>
            <a:endParaRPr lang="en-GB" sz="1900" kern="1200" dirty="0"/>
          </a:p>
          <a:p>
            <a:pPr>
              <a:spcBef>
                <a:spcPts val="900"/>
              </a:spcBef>
            </a:pPr>
            <a:endParaRPr lang="en-GB" sz="1000" dirty="0"/>
          </a:p>
          <a:p>
            <a:pPr>
              <a:spcBef>
                <a:spcPts val="900"/>
              </a:spcBef>
            </a:pPr>
            <a:endParaRPr lang="en-GB" sz="1000" dirty="0"/>
          </a:p>
          <a:p>
            <a:pPr>
              <a:spcBef>
                <a:spcPts val="900"/>
              </a:spcBef>
            </a:pPr>
            <a:endParaRPr lang="en-GB" sz="1000" dirty="0"/>
          </a:p>
          <a:p>
            <a:pPr>
              <a:spcBef>
                <a:spcPts val="900"/>
              </a:spcBef>
            </a:pPr>
            <a:endParaRPr lang="en-GB" sz="1000" dirty="0"/>
          </a:p>
          <a:p>
            <a:pPr marL="446088" indent="-446088">
              <a:spcBef>
                <a:spcPts val="2600"/>
              </a:spcBef>
              <a:buNone/>
            </a:pPr>
            <a:r>
              <a:rPr lang="en-GB" sz="3300" b="1" kern="1200" dirty="0">
                <a:solidFill>
                  <a:schemeClr val="tx2"/>
                </a:solidFill>
                <a:latin typeface="Arial" panose="020B0604020202020204" pitchFamily="34" charset="0"/>
                <a:cs typeface="Arial" panose="020B0604020202020204" pitchFamily="34" charset="0"/>
              </a:rPr>
              <a:t>    </a:t>
            </a:r>
          </a:p>
          <a:p>
            <a:pPr marL="446088" indent="-446088">
              <a:spcBef>
                <a:spcPts val="2600"/>
              </a:spcBef>
              <a:buNone/>
            </a:pPr>
            <a:r>
              <a:rPr lang="en-GB" sz="3300" b="1" kern="1200" dirty="0">
                <a:solidFill>
                  <a:schemeClr val="tx2"/>
                </a:solidFill>
                <a:latin typeface="Arial" panose="020B0604020202020204" pitchFamily="34" charset="0"/>
                <a:cs typeface="Arial" panose="020B0604020202020204" pitchFamily="34" charset="0"/>
              </a:rPr>
              <a:t>    Block Diagram</a:t>
            </a:r>
          </a:p>
          <a:p>
            <a:pPr>
              <a:spcBef>
                <a:spcPts val="900"/>
              </a:spcBef>
            </a:pPr>
            <a:endParaRPr lang="en-GB" sz="1000" dirty="0"/>
          </a:p>
          <a:p>
            <a:pPr>
              <a:spcBef>
                <a:spcPts val="900"/>
              </a:spcBef>
            </a:pPr>
            <a:endParaRPr lang="en-GB" sz="1000" dirty="0"/>
          </a:p>
          <a:p>
            <a:pPr marL="446088" indent="-446088">
              <a:spcBef>
                <a:spcPts val="2600"/>
              </a:spcBef>
              <a:buNone/>
            </a:pPr>
            <a:r>
              <a:rPr lang="en-GB" sz="3300" b="1" kern="1200" dirty="0">
                <a:solidFill>
                  <a:schemeClr val="tx2"/>
                </a:solidFill>
                <a:latin typeface="Arial" panose="020B0604020202020204" pitchFamily="34" charset="0"/>
                <a:cs typeface="Arial" panose="020B0604020202020204" pitchFamily="34" charset="0"/>
              </a:rPr>
              <a:t>	</a:t>
            </a:r>
          </a:p>
          <a:p>
            <a:pPr marL="446088" indent="-446088">
              <a:spcBef>
                <a:spcPts val="2600"/>
              </a:spcBef>
              <a:buNone/>
            </a:pPr>
            <a:endParaRPr lang="en-GB" sz="3300" b="1" kern="1200" dirty="0">
              <a:solidFill>
                <a:schemeClr val="tx2"/>
              </a:solidFill>
              <a:latin typeface="Arial" panose="020B0604020202020204" pitchFamily="34" charset="0"/>
              <a:cs typeface="Arial" panose="020B0604020202020204" pitchFamily="34" charset="0"/>
            </a:endParaRPr>
          </a:p>
          <a:p>
            <a:pPr marL="446088" indent="-446088">
              <a:spcBef>
                <a:spcPts val="2600"/>
              </a:spcBef>
              <a:buNone/>
            </a:pPr>
            <a:r>
              <a:rPr lang="en-GB" sz="3300" b="1" kern="1200" dirty="0">
                <a:solidFill>
                  <a:schemeClr val="tx2"/>
                </a:solidFill>
                <a:latin typeface="Arial" panose="020B0604020202020204" pitchFamily="34" charset="0"/>
                <a:cs typeface="Arial" panose="020B0604020202020204" pitchFamily="34" charset="0"/>
              </a:rPr>
              <a:t>    Project Development Process</a:t>
            </a:r>
          </a:p>
          <a:p>
            <a:pPr marL="358775" indent="-358775" algn="just">
              <a:spcBef>
                <a:spcPts val="600"/>
              </a:spcBef>
              <a:buNone/>
            </a:pPr>
            <a:r>
              <a:rPr lang="en-IN" sz="1600" dirty="0"/>
              <a:t>         Problem Identification → Literature Survey → System Design → Component Selection → Prototype Development → Hardware Integration → Programming → Testing → Data Analysis → Conclusion</a:t>
            </a:r>
            <a:r>
              <a:rPr lang="en-GB" sz="3300" kern="1200" dirty="0">
                <a:solidFill>
                  <a:schemeClr val="tx2"/>
                </a:solidFill>
                <a:latin typeface="Arial" panose="020B0604020202020204" pitchFamily="34" charset="0"/>
                <a:cs typeface="Arial" panose="020B0604020202020204" pitchFamily="34" charset="0"/>
              </a:rPr>
              <a:t>	</a:t>
            </a:r>
          </a:p>
          <a:p>
            <a:pPr marL="358775" indent="-358775" algn="just">
              <a:spcBef>
                <a:spcPts val="600"/>
              </a:spcBef>
              <a:buNone/>
            </a:pPr>
            <a:r>
              <a:rPr lang="en-GB" sz="3300" b="1" kern="1200" dirty="0">
                <a:solidFill>
                  <a:schemeClr val="tx2"/>
                </a:solidFill>
                <a:latin typeface="Arial" panose="020B0604020202020204" pitchFamily="34" charset="0"/>
                <a:cs typeface="Arial" panose="020B0604020202020204" pitchFamily="34" charset="0"/>
              </a:rPr>
              <a:t>    Implementation</a:t>
            </a:r>
          </a:p>
          <a:p>
            <a:pPr marL="358775" indent="-358775" algn="just">
              <a:spcBef>
                <a:spcPts val="600"/>
              </a:spcBef>
              <a:buNone/>
            </a:pPr>
            <a:r>
              <a:rPr lang="en-US" sz="2000" dirty="0"/>
              <a:t>       </a:t>
            </a:r>
            <a:r>
              <a:rPr lang="en-IN" sz="1600" dirty="0"/>
              <a:t>A prototype storage chamber is developed to represent a farm produce storage environment. Temperature and humidity sensors are installed inside the chamber and connected to an ESP32 microcontroller. The ESP32 collects sensor readings at regular intervals and displays the storage conditions. If the measured conditions become </a:t>
            </a:r>
            <a:r>
              <a:rPr lang="en-IN" sz="1600" dirty="0" err="1"/>
              <a:t>unfavorable</a:t>
            </a:r>
            <a:r>
              <a:rPr lang="en-IN" sz="1600" dirty="0"/>
              <a:t>, an alert can be generated using a buzzer or indicator. The recorded data can be </a:t>
            </a:r>
            <a:r>
              <a:rPr lang="en-IN" sz="1600" dirty="0" err="1"/>
              <a:t>analyzed</a:t>
            </a:r>
            <a:r>
              <a:rPr lang="en-IN" sz="1600" dirty="0"/>
              <a:t> to evaluate storage conditions.</a:t>
            </a:r>
            <a:endParaRPr lang="en-GB" sz="1000" dirty="0"/>
          </a:p>
          <a:p>
            <a:pPr marL="358775" indent="-358775" algn="just">
              <a:spcBef>
                <a:spcPts val="600"/>
              </a:spcBef>
              <a:buNone/>
            </a:pPr>
            <a:r>
              <a:rPr lang="en-GB" sz="1000" b="1" kern="1200" dirty="0">
                <a:solidFill>
                  <a:schemeClr val="tx2"/>
                </a:solidFill>
                <a:latin typeface="Arial" panose="020B0604020202020204" pitchFamily="34" charset="0"/>
                <a:cs typeface="Arial" panose="020B0604020202020204" pitchFamily="34" charset="0"/>
              </a:rPr>
              <a:t>           </a:t>
            </a:r>
            <a:r>
              <a:rPr lang="en-GB" sz="3300" b="1" kern="1200" dirty="0">
                <a:solidFill>
                  <a:schemeClr val="tx2"/>
                </a:solidFill>
                <a:latin typeface="Arial" panose="020B0604020202020204" pitchFamily="34" charset="0"/>
                <a:cs typeface="Arial" panose="020B0604020202020204" pitchFamily="34" charset="0"/>
              </a:rPr>
              <a:t>Algorithms / Models Used</a:t>
            </a:r>
          </a:p>
          <a:p>
            <a:pPr marL="714375" indent="-357375">
              <a:spcBef>
                <a:spcPts val="600"/>
              </a:spcBef>
              <a:buFont typeface="Arial" pitchFamily="34" charset="0"/>
              <a:buChar char="•"/>
            </a:pPr>
            <a:r>
              <a:rPr lang="en-GB" sz="1900" b="1" kern="1200" dirty="0"/>
              <a:t>Algorithm / model 1</a:t>
            </a:r>
            <a:r>
              <a:rPr lang="en-GB" sz="1900" kern="1200" dirty="0"/>
              <a:t>:</a:t>
            </a:r>
            <a:r>
              <a:rPr lang="en-IN" sz="1600" dirty="0"/>
              <a:t>Temperature and Humidity Monitoring Algorithm</a:t>
            </a:r>
            <a:endParaRPr lang="en-GB" sz="1600" kern="1200" dirty="0">
              <a:latin typeface="+mn-lt"/>
            </a:endParaRPr>
          </a:p>
          <a:p>
            <a:pPr marL="714375" indent="-357375">
              <a:spcBef>
                <a:spcPts val="600"/>
              </a:spcBef>
              <a:buFont typeface="Arial" pitchFamily="34" charset="0"/>
              <a:buChar char="•"/>
            </a:pPr>
            <a:r>
              <a:rPr lang="en-GB" sz="1900" b="1" kern="1200" dirty="0"/>
              <a:t>Algorithm / model 2:</a:t>
            </a:r>
            <a:r>
              <a:rPr lang="en-US" sz="1600" dirty="0">
                <a:latin typeface="+mn-lt"/>
              </a:rPr>
              <a:t>ESP32-Based Temperature Monitoring and Data Logging System</a:t>
            </a:r>
            <a:endParaRPr lang="en-GB" sz="1600" b="1" kern="1200" dirty="0">
              <a:latin typeface="+mn-lt"/>
            </a:endParaRPr>
          </a:p>
        </p:txBody>
      </p:sp>
      <p:sp>
        <p:nvSpPr>
          <p:cNvPr id="2054" name="Rectangle 2"/>
          <p:cNvSpPr>
            <a:spLocks noGrp="1" noChangeArrowheads="1"/>
          </p:cNvSpPr>
          <p:nvPr>
            <p:ph type="title"/>
          </p:nvPr>
        </p:nvSpPr>
        <p:spPr>
          <a:xfrm>
            <a:off x="829098" y="760484"/>
            <a:ext cx="20038590" cy="3960291"/>
          </a:xfrm>
        </p:spPr>
        <p:txBody>
          <a:bodyPr/>
          <a:lstStyle/>
          <a:p>
            <a:r>
              <a:rPr lang="en-IN" dirty="0"/>
              <a:t>LOW COST FARM PRODUCE STORAGE MONITORING SYSTEM</a:t>
            </a:r>
            <a:br>
              <a:rPr lang="en-GB" dirty="0"/>
            </a:br>
            <a:endParaRPr lang="en-GB" dirty="0"/>
          </a:p>
        </p:txBody>
      </p:sp>
      <p:sp>
        <p:nvSpPr>
          <p:cNvPr id="2051" name="Text Box 7"/>
          <p:cNvSpPr txBox="1">
            <a:spLocks noChangeArrowheads="1"/>
          </p:cNvSpPr>
          <p:nvPr/>
        </p:nvSpPr>
        <p:spPr bwMode="auto">
          <a:xfrm>
            <a:off x="11383376" y="25653155"/>
            <a:ext cx="9253537" cy="2822123"/>
          </a:xfrm>
          <a:prstGeom prst="rect">
            <a:avLst/>
          </a:prstGeom>
          <a:solidFill>
            <a:schemeClr val="accent1">
              <a:lumMod val="20000"/>
              <a:lumOff val="80000"/>
            </a:schemeClr>
          </a:solidFill>
          <a:ln w="9525">
            <a:solidFill>
              <a:schemeClr val="tx2"/>
            </a:solidFill>
            <a:miter lim="800000"/>
            <a:headEnd/>
            <a:tailEnd/>
          </a:ln>
        </p:spPr>
        <p:txBody>
          <a:bodyPr lIns="287990" tIns="179993" rIns="0" bIns="179993">
            <a:spAutoFit/>
          </a:bodyPr>
          <a:lstStyle/>
          <a:p>
            <a:pPr marL="266700" indent="-266700" defTabSz="912813" eaLnBrk="0" hangingPunct="0">
              <a:spcBef>
                <a:spcPts val="1600"/>
              </a:spcBef>
            </a:pPr>
            <a:r>
              <a:rPr lang="en-GB" sz="2000" b="1" dirty="0">
                <a:solidFill>
                  <a:schemeClr val="tx2"/>
                </a:solidFill>
                <a:latin typeface="Arial" panose="020B0604020202020204" pitchFamily="34" charset="0"/>
                <a:cs typeface="Arial" panose="020B0604020202020204" pitchFamily="34" charset="0"/>
              </a:rPr>
              <a:t>References</a:t>
            </a:r>
          </a:p>
          <a:p>
            <a:pPr marL="266700" indent="-266700" defTabSz="912813" eaLnBrk="0" hangingPunct="0">
              <a:lnSpc>
                <a:spcPct val="100000"/>
              </a:lnSpc>
              <a:spcBef>
                <a:spcPct val="30000"/>
              </a:spcBef>
              <a:buClr>
                <a:schemeClr val="tx2"/>
              </a:buClr>
              <a:buFontTx/>
              <a:buAutoNum type="arabicPeriod"/>
            </a:pPr>
            <a:r>
              <a:rPr lang="en-IN" sz="1600" dirty="0"/>
              <a:t>A. </a:t>
            </a:r>
            <a:r>
              <a:rPr lang="en-IN" sz="1600" dirty="0" err="1"/>
              <a:t>Bahga</a:t>
            </a:r>
            <a:r>
              <a:rPr lang="en-IN" sz="1600" dirty="0"/>
              <a:t> and V. </a:t>
            </a:r>
            <a:r>
              <a:rPr lang="en-IN" sz="1600" dirty="0" err="1"/>
              <a:t>Madisetti</a:t>
            </a:r>
            <a:r>
              <a:rPr lang="en-IN" sz="1600" dirty="0"/>
              <a:t>, </a:t>
            </a:r>
            <a:r>
              <a:rPr lang="en-IN" sz="1600" i="1" dirty="0"/>
              <a:t>Internet of Things: A Hands-On Approach</a:t>
            </a:r>
            <a:r>
              <a:rPr lang="en-IN" sz="1600" dirty="0"/>
              <a:t>, Universities Press.</a:t>
            </a:r>
          </a:p>
          <a:p>
            <a:pPr marL="266700" indent="-266700" defTabSz="912813" eaLnBrk="0" hangingPunct="0">
              <a:lnSpc>
                <a:spcPct val="100000"/>
              </a:lnSpc>
              <a:spcBef>
                <a:spcPct val="30000"/>
              </a:spcBef>
              <a:buClr>
                <a:schemeClr val="tx2"/>
              </a:buClr>
              <a:buFontTx/>
              <a:buAutoNum type="arabicPeriod"/>
            </a:pPr>
            <a:r>
              <a:rPr lang="en-IN" sz="1600" dirty="0"/>
              <a:t>Relevant research papers on post-harvest storage and environmental monitoring.</a:t>
            </a:r>
          </a:p>
          <a:p>
            <a:pPr marL="266700" indent="-266700" defTabSz="912813" eaLnBrk="0" hangingPunct="0">
              <a:lnSpc>
                <a:spcPct val="100000"/>
              </a:lnSpc>
              <a:spcBef>
                <a:spcPct val="30000"/>
              </a:spcBef>
              <a:buClr>
                <a:schemeClr val="tx2"/>
              </a:buClr>
              <a:buFontTx/>
              <a:buAutoNum type="arabicPeriod"/>
            </a:pPr>
            <a:r>
              <a:rPr lang="en-IN" sz="1600" dirty="0">
                <a:latin typeface="+mn-lt"/>
              </a:rPr>
              <a:t>ESPRESSIF Systems, </a:t>
            </a:r>
            <a:r>
              <a:rPr lang="en-IN" sz="1600" i="1" dirty="0">
                <a:latin typeface="+mn-lt"/>
              </a:rPr>
              <a:t>ESP32 Series Datasheet</a:t>
            </a:r>
            <a:r>
              <a:rPr lang="en-IN" sz="1600" dirty="0">
                <a:latin typeface="+mn-lt"/>
              </a:rPr>
              <a:t>, </a:t>
            </a:r>
            <a:r>
              <a:rPr lang="en-IN" sz="1600" dirty="0" err="1">
                <a:latin typeface="+mn-lt"/>
              </a:rPr>
              <a:t>Espressif</a:t>
            </a:r>
            <a:r>
              <a:rPr lang="en-IN" sz="1600" dirty="0">
                <a:latin typeface="+mn-lt"/>
              </a:rPr>
              <a:t> Systems, China, 2023.</a:t>
            </a:r>
          </a:p>
          <a:p>
            <a:pPr defTabSz="912813" eaLnBrk="0" hangingPunct="0">
              <a:lnSpc>
                <a:spcPct val="125000"/>
              </a:lnSpc>
              <a:spcBef>
                <a:spcPct val="30000"/>
              </a:spcBef>
              <a:buClr>
                <a:schemeClr val="tx2"/>
              </a:buClr>
            </a:pPr>
            <a:r>
              <a:rPr lang="en-IN" sz="1600" b="1" dirty="0">
                <a:solidFill>
                  <a:schemeClr val="tx2"/>
                </a:solidFill>
                <a:latin typeface="Arial" panose="020B0604020202020204" pitchFamily="34" charset="0"/>
                <a:cs typeface="Arial" panose="020B0604020202020204" pitchFamily="34" charset="0"/>
              </a:rPr>
              <a:t> </a:t>
            </a:r>
            <a:r>
              <a:rPr lang="en-GB" sz="2000" b="1" dirty="0">
                <a:solidFill>
                  <a:schemeClr val="tx2"/>
                </a:solidFill>
                <a:latin typeface="Arial" panose="020B0604020202020204" pitchFamily="34" charset="0"/>
                <a:cs typeface="Arial" panose="020B0604020202020204" pitchFamily="34" charset="0"/>
              </a:rPr>
              <a:t>Acknowledgements</a:t>
            </a:r>
          </a:p>
          <a:p>
            <a:pPr marL="266700" indent="-266700" defTabSz="912813" eaLnBrk="0" hangingPunct="0">
              <a:lnSpc>
                <a:spcPct val="125000"/>
              </a:lnSpc>
              <a:spcBef>
                <a:spcPts val="500"/>
              </a:spcBef>
              <a:buClr>
                <a:schemeClr val="tx2"/>
              </a:buClr>
              <a:buFontTx/>
              <a:buChar char="•"/>
            </a:pPr>
            <a:r>
              <a:rPr lang="en-US" sz="1600" dirty="0">
                <a:latin typeface="+mn-lt"/>
              </a:rPr>
              <a:t>Department of Mechanical Engineering, Knowledge Institute of Technology, Salem.</a:t>
            </a:r>
          </a:p>
          <a:p>
            <a:pPr marL="266700" indent="-266700" defTabSz="912813" eaLnBrk="0" hangingPunct="0">
              <a:lnSpc>
                <a:spcPct val="125000"/>
              </a:lnSpc>
              <a:spcBef>
                <a:spcPts val="500"/>
              </a:spcBef>
              <a:buClr>
                <a:schemeClr val="tx2"/>
              </a:buClr>
              <a:buFontTx/>
              <a:buChar char="•"/>
            </a:pPr>
            <a:r>
              <a:rPr lang="en-US" sz="1600" dirty="0">
                <a:latin typeface="+mn-lt"/>
              </a:rPr>
              <a:t>Project Guide and Team Members for their valuable guidance and support</a:t>
            </a:r>
            <a:endParaRPr lang="en-GB" sz="1600" dirty="0">
              <a:latin typeface="+mn-lt"/>
              <a:cs typeface="Arial" panose="020B0604020202020204" pitchFamily="34" charset="0"/>
            </a:endParaRPr>
          </a:p>
        </p:txBody>
      </p:sp>
      <p:sp>
        <p:nvSpPr>
          <p:cNvPr id="2052" name="Text Box 8"/>
          <p:cNvSpPr txBox="1">
            <a:spLocks noChangeArrowheads="1"/>
          </p:cNvSpPr>
          <p:nvPr/>
        </p:nvSpPr>
        <p:spPr bwMode="auto">
          <a:xfrm>
            <a:off x="11377614" y="28656860"/>
            <a:ext cx="9253537" cy="1369418"/>
          </a:xfrm>
          <a:prstGeom prst="rect">
            <a:avLst/>
          </a:prstGeom>
          <a:solidFill>
            <a:schemeClr val="accent1">
              <a:lumMod val="20000"/>
              <a:lumOff val="80000"/>
            </a:schemeClr>
          </a:solidFill>
          <a:ln w="9525">
            <a:solidFill>
              <a:schemeClr val="tx2"/>
            </a:solidFill>
            <a:miter lim="800000"/>
            <a:headEnd/>
            <a:tailEnd/>
          </a:ln>
        </p:spPr>
        <p:txBody>
          <a:bodyPr wrap="square" lIns="287990" tIns="179993" rIns="0" bIns="179993" anchor="b">
            <a:spAutoFit/>
          </a:bodyPr>
          <a:lstStyle/>
          <a:p>
            <a:pPr marL="266700" indent="-266700" defTabSz="912813" eaLnBrk="0" hangingPunct="0">
              <a:spcBef>
                <a:spcPts val="1600"/>
              </a:spcBef>
            </a:pPr>
            <a:r>
              <a:rPr lang="en-GB" sz="1900" b="1" dirty="0">
                <a:solidFill>
                  <a:schemeClr val="tx2"/>
                </a:solidFill>
                <a:latin typeface="Arial" panose="020B0604020202020204" pitchFamily="34" charset="0"/>
                <a:cs typeface="Arial" panose="020B0604020202020204" pitchFamily="34" charset="0"/>
              </a:rPr>
              <a:t>Contact information</a:t>
            </a:r>
          </a:p>
          <a:p>
            <a:pPr marL="266700" indent="-266700" defTabSz="912813" eaLnBrk="0" hangingPunct="0">
              <a:lnSpc>
                <a:spcPct val="125000"/>
              </a:lnSpc>
              <a:spcBef>
                <a:spcPts val="500"/>
              </a:spcBef>
              <a:buClr>
                <a:schemeClr val="tx2"/>
              </a:buClr>
              <a:buFontTx/>
              <a:buChar char="•"/>
            </a:pPr>
            <a:r>
              <a:rPr lang="en-US" sz="1600" dirty="0">
                <a:latin typeface="+mn-lt"/>
              </a:rPr>
              <a:t>Department of Mechanical engineering, Knowledge Institute of Technology, Salem</a:t>
            </a:r>
          </a:p>
          <a:p>
            <a:pPr marL="266700" indent="-266700" defTabSz="912813" eaLnBrk="0" hangingPunct="0">
              <a:lnSpc>
                <a:spcPct val="125000"/>
              </a:lnSpc>
              <a:spcBef>
                <a:spcPts val="500"/>
              </a:spcBef>
              <a:buClr>
                <a:schemeClr val="tx2"/>
              </a:buClr>
              <a:buFontTx/>
              <a:buChar char="•"/>
            </a:pPr>
            <a:r>
              <a:rPr lang="en-GB" sz="1600" dirty="0">
                <a:latin typeface="Arial" panose="020B0604020202020204" pitchFamily="34" charset="0"/>
                <a:cs typeface="Arial" panose="020B0604020202020204" pitchFamily="34" charset="0"/>
              </a:rPr>
              <a:t>Email: 2k23me054@kiot.ac.in </a:t>
            </a:r>
            <a:r>
              <a:rPr lang="en-GB" sz="1600" b="1" dirty="0">
                <a:latin typeface="Arial" panose="020B0604020202020204" pitchFamily="34" charset="0"/>
                <a:cs typeface="Arial" panose="020B0604020202020204" pitchFamily="34" charset="0"/>
              </a:rPr>
              <a:t>|</a:t>
            </a:r>
            <a:r>
              <a:rPr lang="en-GB" sz="1600" b="1" dirty="0">
                <a:solidFill>
                  <a:schemeClr val="tx2"/>
                </a:solidFill>
                <a:latin typeface="Arial" panose="020B0604020202020204" pitchFamily="34" charset="0"/>
                <a:cs typeface="Arial" panose="020B0604020202020204" pitchFamily="34" charset="0"/>
              </a:rPr>
              <a:t> www.kiot.ac.in</a:t>
            </a:r>
            <a:endParaRPr lang="en-GB" sz="2000" b="1" dirty="0">
              <a:solidFill>
                <a:schemeClr val="tx2"/>
              </a:solidFill>
              <a:latin typeface="Arial" panose="020B0604020202020204" pitchFamily="34" charset="0"/>
              <a:cs typeface="Arial" panose="020B0604020202020204" pitchFamily="34" charset="0"/>
            </a:endParaRPr>
          </a:p>
        </p:txBody>
      </p:sp>
      <p:sp>
        <p:nvSpPr>
          <p:cNvPr id="2056" name="Rectangle 19"/>
          <p:cNvSpPr>
            <a:spLocks noChangeArrowheads="1"/>
          </p:cNvSpPr>
          <p:nvPr/>
        </p:nvSpPr>
        <p:spPr bwMode="auto">
          <a:xfrm>
            <a:off x="541066" y="27309339"/>
            <a:ext cx="3439346" cy="2446338"/>
          </a:xfrm>
          <a:prstGeom prst="rect">
            <a:avLst/>
          </a:prstGeom>
          <a:noFill/>
          <a:ln w="19050" cap="rnd">
            <a:solidFill>
              <a:schemeClr val="tx2"/>
            </a:solidFill>
            <a:prstDash val="sysDot"/>
            <a:miter lim="800000"/>
            <a:headEnd/>
            <a:tailEnd/>
          </a:ln>
        </p:spPr>
        <p:txBody>
          <a:bodyPr wrap="square" anchor="ctr"/>
          <a:lstStyle/>
          <a:p>
            <a:pPr algn="ctr"/>
            <a:r>
              <a:rPr lang="en-US" sz="1800" dirty="0">
                <a:solidFill>
                  <a:schemeClr val="tx2"/>
                </a:solidFill>
                <a:latin typeface="Arial" charset="0"/>
              </a:rPr>
              <a:t>[Insert QR Code]</a:t>
            </a:r>
          </a:p>
        </p:txBody>
      </p:sp>
      <p:sp>
        <p:nvSpPr>
          <p:cNvPr id="2057" name="Text Box 20"/>
          <p:cNvSpPr txBox="1">
            <a:spLocks noChangeArrowheads="1"/>
          </p:cNvSpPr>
          <p:nvPr/>
        </p:nvSpPr>
        <p:spPr bwMode="auto">
          <a:xfrm>
            <a:off x="6589738" y="27420913"/>
            <a:ext cx="3238500" cy="1508099"/>
          </a:xfrm>
          <a:prstGeom prst="rect">
            <a:avLst/>
          </a:prstGeom>
          <a:noFill/>
          <a:ln w="9525">
            <a:noFill/>
            <a:miter lim="800000"/>
            <a:headEnd/>
            <a:tailEnd/>
          </a:ln>
        </p:spPr>
        <p:txBody>
          <a:bodyPr lIns="91436" tIns="45717" rIns="91436" bIns="45717">
            <a:spAutoFit/>
          </a:bodyPr>
          <a:lstStyle/>
          <a:p>
            <a:r>
              <a:rPr lang="en-GB" sz="2000" b="1" dirty="0">
                <a:solidFill>
                  <a:schemeClr val="tx2"/>
                </a:solidFill>
                <a:latin typeface="Arial" panose="020B0604020202020204" pitchFamily="34" charset="0"/>
                <a:cs typeface="Arial" panose="020B0604020202020204" pitchFamily="34" charset="0"/>
              </a:rPr>
              <a:t>QR Code — Project Report (PDF) | Source Code Repository | Demonstration Video</a:t>
            </a:r>
            <a:endParaRPr lang="en-US" sz="1800" dirty="0">
              <a:latin typeface="Arial" panose="020B0604020202020204" pitchFamily="34" charset="0"/>
              <a:cs typeface="Arial" panose="020B0604020202020204" pitchFamily="34" charset="0"/>
            </a:endParaRPr>
          </a:p>
        </p:txBody>
      </p:sp>
      <p:sp>
        <p:nvSpPr>
          <p:cNvPr id="14" name="Content Placeholder 1">
            <a:extLst>
              <a:ext uri="{FF2B5EF4-FFF2-40B4-BE49-F238E27FC236}">
                <a16:creationId xmlns:a16="http://schemas.microsoft.com/office/drawing/2014/main" id="{53AB2554-C850-4719-A3D9-8A7C5FE0E37B}"/>
              </a:ext>
            </a:extLst>
          </p:cNvPr>
          <p:cNvSpPr txBox="1">
            <a:spLocks/>
          </p:cNvSpPr>
          <p:nvPr/>
        </p:nvSpPr>
        <p:spPr bwMode="auto">
          <a:xfrm>
            <a:off x="10987089" y="5631457"/>
            <a:ext cx="9644062" cy="1916033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60000" indent="-360000" algn="l" defTabSz="2952750" rtl="0" eaLnBrk="1" fontAlgn="base" hangingPunct="1">
              <a:lnSpc>
                <a:spcPct val="125000"/>
              </a:lnSpc>
              <a:spcBef>
                <a:spcPts val="1400"/>
              </a:spcBef>
              <a:spcAft>
                <a:spcPct val="0"/>
              </a:spcAft>
              <a:buClr>
                <a:schemeClr val="tx2"/>
              </a:buClr>
              <a:buChar char="•"/>
              <a:defRPr sz="1900">
                <a:solidFill>
                  <a:schemeClr val="tx1"/>
                </a:solidFill>
                <a:latin typeface="Arial" panose="020B0604020202020204" pitchFamily="34" charset="0"/>
                <a:ea typeface="+mn-ea"/>
                <a:cs typeface="Arial" panose="020B0604020202020204" pitchFamily="34" charset="0"/>
              </a:defRPr>
            </a:lvl1pPr>
            <a:lvl2pPr marL="720000" indent="-360000" algn="l" defTabSz="2952750" rtl="0" eaLnBrk="1" fontAlgn="base" hangingPunct="1">
              <a:lnSpc>
                <a:spcPct val="125000"/>
              </a:lnSpc>
              <a:spcBef>
                <a:spcPts val="1000"/>
              </a:spcBef>
              <a:spcAft>
                <a:spcPct val="0"/>
              </a:spcAft>
              <a:buClr>
                <a:schemeClr val="tx2"/>
              </a:buClr>
              <a:buFont typeface="Arial" pitchFamily="34" charset="0"/>
              <a:buChar char="•"/>
              <a:defRPr sz="1900">
                <a:solidFill>
                  <a:schemeClr val="tx1"/>
                </a:solidFill>
                <a:latin typeface="Arial" panose="020B0604020202020204" pitchFamily="34" charset="0"/>
                <a:cs typeface="Arial" panose="020B0604020202020204" pitchFamily="34" charset="0"/>
              </a:defRPr>
            </a:lvl2pPr>
            <a:lvl3pPr marL="1080000" indent="-360000" algn="l" defTabSz="2952750" rtl="0" eaLnBrk="1" fontAlgn="base" hangingPunct="1">
              <a:lnSpc>
                <a:spcPct val="125000"/>
              </a:lnSpc>
              <a:spcBef>
                <a:spcPts val="600"/>
              </a:spcBef>
              <a:spcAft>
                <a:spcPct val="0"/>
              </a:spcAft>
              <a:buClr>
                <a:schemeClr val="tx2"/>
              </a:buClr>
              <a:buFont typeface="Rdg Vesta" pitchFamily="2" charset="0"/>
              <a:buChar char="−"/>
              <a:defRPr sz="1600">
                <a:solidFill>
                  <a:schemeClr val="tx1"/>
                </a:solidFill>
                <a:latin typeface="Arial" panose="020B0604020202020204" pitchFamily="34" charset="0"/>
                <a:cs typeface="Arial" panose="020B0604020202020204" pitchFamily="34" charset="0"/>
              </a:defRPr>
            </a:lvl3pPr>
            <a:lvl4pPr marL="1350000" indent="-270000" algn="l" defTabSz="2952750" rtl="0" eaLnBrk="1" fontAlgn="base" hangingPunct="1">
              <a:lnSpc>
                <a:spcPct val="125000"/>
              </a:lnSpc>
              <a:spcBef>
                <a:spcPts val="500"/>
              </a:spcBef>
              <a:spcAft>
                <a:spcPct val="0"/>
              </a:spcAft>
              <a:buClr>
                <a:schemeClr val="tx2"/>
              </a:buClr>
              <a:buFont typeface="Arial" pitchFamily="34" charset="0"/>
              <a:buChar char="•"/>
              <a:defRPr sz="1600">
                <a:solidFill>
                  <a:schemeClr val="tx1"/>
                </a:solidFill>
                <a:latin typeface="Arial" panose="020B0604020202020204" pitchFamily="34" charset="0"/>
                <a:cs typeface="Arial" panose="020B0604020202020204" pitchFamily="34" charset="0"/>
              </a:defRPr>
            </a:lvl4pPr>
            <a:lvl5pPr marL="1530000" indent="-180000" algn="l" defTabSz="2952750" rtl="0" eaLnBrk="1" fontAlgn="base" hangingPunct="1">
              <a:lnSpc>
                <a:spcPct val="125000"/>
              </a:lnSpc>
              <a:spcBef>
                <a:spcPts val="500"/>
              </a:spcBef>
              <a:spcAft>
                <a:spcPct val="0"/>
              </a:spcAft>
              <a:buClr>
                <a:schemeClr val="tx2"/>
              </a:buClr>
              <a:buFont typeface="Rdg Vesta" pitchFamily="2" charset="0"/>
              <a:buChar char="−"/>
              <a:defRPr sz="1200">
                <a:solidFill>
                  <a:schemeClr val="tx1"/>
                </a:solidFill>
                <a:latin typeface="Arial" panose="020B0604020202020204" pitchFamily="34" charset="0"/>
                <a:cs typeface="Arial" panose="020B0604020202020204" pitchFamily="34" charset="0"/>
              </a:defRPr>
            </a:lvl5pPr>
            <a:lvl6pPr marL="3019425" indent="-738188" algn="l" defTabSz="2952750" rtl="0" eaLnBrk="1" fontAlgn="base" hangingPunct="1">
              <a:lnSpc>
                <a:spcPct val="125000"/>
              </a:lnSpc>
              <a:spcBef>
                <a:spcPct val="60000"/>
              </a:spcBef>
              <a:spcAft>
                <a:spcPct val="0"/>
              </a:spcAft>
              <a:buChar char="»"/>
              <a:defRPr>
                <a:solidFill>
                  <a:schemeClr val="tx1"/>
                </a:solidFill>
                <a:latin typeface="+mn-lt"/>
              </a:defRPr>
            </a:lvl6pPr>
            <a:lvl7pPr marL="3476625" indent="-738188" algn="l" defTabSz="2952750" rtl="0" eaLnBrk="1" fontAlgn="base" hangingPunct="1">
              <a:lnSpc>
                <a:spcPct val="125000"/>
              </a:lnSpc>
              <a:spcBef>
                <a:spcPct val="60000"/>
              </a:spcBef>
              <a:spcAft>
                <a:spcPct val="0"/>
              </a:spcAft>
              <a:buChar char="»"/>
              <a:defRPr>
                <a:solidFill>
                  <a:schemeClr val="tx1"/>
                </a:solidFill>
                <a:latin typeface="+mn-lt"/>
              </a:defRPr>
            </a:lvl7pPr>
            <a:lvl8pPr marL="3933825" indent="-738188" algn="l" defTabSz="2952750" rtl="0" eaLnBrk="1" fontAlgn="base" hangingPunct="1">
              <a:lnSpc>
                <a:spcPct val="125000"/>
              </a:lnSpc>
              <a:spcBef>
                <a:spcPct val="60000"/>
              </a:spcBef>
              <a:spcAft>
                <a:spcPct val="0"/>
              </a:spcAft>
              <a:buChar char="»"/>
              <a:defRPr>
                <a:solidFill>
                  <a:schemeClr val="tx1"/>
                </a:solidFill>
                <a:latin typeface="+mn-lt"/>
              </a:defRPr>
            </a:lvl8pPr>
            <a:lvl9pPr marL="4391025" indent="-738188" algn="l" defTabSz="2952750" rtl="0" eaLnBrk="1" fontAlgn="base" hangingPunct="1">
              <a:lnSpc>
                <a:spcPct val="125000"/>
              </a:lnSpc>
              <a:spcBef>
                <a:spcPct val="60000"/>
              </a:spcBef>
              <a:spcAft>
                <a:spcPct val="0"/>
              </a:spcAft>
              <a:buChar char="»"/>
              <a:defRPr>
                <a:solidFill>
                  <a:schemeClr val="tx1"/>
                </a:solidFill>
                <a:latin typeface="+mn-lt"/>
              </a:defRPr>
            </a:lvl9pPr>
          </a:lstStyle>
          <a:p>
            <a:pPr marL="446088" indent="-446088">
              <a:spcBef>
                <a:spcPts val="0"/>
              </a:spcBef>
              <a:buNone/>
            </a:pPr>
            <a:r>
              <a:rPr lang="en-GB" sz="3000" b="1" kern="1200" dirty="0">
                <a:solidFill>
                  <a:schemeClr val="tx2"/>
                </a:solidFill>
                <a:latin typeface="Arial" panose="020B0604020202020204" pitchFamily="34" charset="0"/>
                <a:cs typeface="Arial" panose="020B0604020202020204" pitchFamily="34" charset="0"/>
              </a:rPr>
              <a:t>   Dataset / Input Data (if applicable)</a:t>
            </a:r>
          </a:p>
          <a:p>
            <a:pPr marL="358775" indent="-358775" algn="just">
              <a:spcBef>
                <a:spcPts val="600"/>
              </a:spcBef>
              <a:buNone/>
            </a:pPr>
            <a:r>
              <a:rPr lang="en-US" sz="1800" dirty="0"/>
              <a:t>     </a:t>
            </a:r>
            <a:r>
              <a:rPr lang="en-IN" sz="1600" dirty="0"/>
              <a:t>Temperature and humidity readings collected from the storage environment at regular time intervals are used as input data for monitoring and performance analysis.</a:t>
            </a:r>
          </a:p>
          <a:p>
            <a:pPr marL="358775" indent="-358775" algn="just">
              <a:spcBef>
                <a:spcPts val="600"/>
              </a:spcBef>
              <a:buNone/>
            </a:pPr>
            <a:r>
              <a:rPr lang="en-GB" sz="1000" b="1" kern="1200" dirty="0">
                <a:solidFill>
                  <a:schemeClr val="tx2"/>
                </a:solidFill>
                <a:latin typeface="Arial" panose="020B0604020202020204" pitchFamily="34" charset="0"/>
                <a:cs typeface="Arial" panose="020B0604020202020204" pitchFamily="34" charset="0"/>
              </a:rPr>
              <a:t>          </a:t>
            </a:r>
            <a:r>
              <a:rPr lang="en-GB" sz="3000" b="1" kern="1200" dirty="0">
                <a:solidFill>
                  <a:schemeClr val="tx2"/>
                </a:solidFill>
                <a:latin typeface="Arial" panose="020B0604020202020204" pitchFamily="34" charset="0"/>
                <a:cs typeface="Arial" panose="020B0604020202020204" pitchFamily="34" charset="0"/>
              </a:rPr>
              <a:t>Experimental Setup</a:t>
            </a:r>
          </a:p>
          <a:p>
            <a:pPr algn="just"/>
            <a:r>
              <a:rPr lang="en-IN" sz="1600" dirty="0"/>
              <a:t>A small storage chamber/prototype is constructed to simulate farm produce storage conditions. A temperature and humidity sensor is placed inside the chamber and connected to an ESP32 microcontroller. The system continuously measures environmental conditions and displays the readings for monitoring and analysis.</a:t>
            </a:r>
          </a:p>
          <a:p>
            <a:pPr marL="0" indent="0" algn="just">
              <a:buNone/>
            </a:pPr>
            <a:r>
              <a:rPr lang="en-GB" sz="1600" b="1" kern="1200" dirty="0">
                <a:solidFill>
                  <a:schemeClr val="tx2"/>
                </a:solidFill>
                <a:latin typeface="Arial" panose="020B0604020202020204" pitchFamily="34" charset="0"/>
                <a:cs typeface="Arial" panose="020B0604020202020204" pitchFamily="34" charset="0"/>
              </a:rPr>
              <a:t>      </a:t>
            </a:r>
            <a:r>
              <a:rPr lang="en-GB" sz="3000" b="1" kern="1200" dirty="0">
                <a:solidFill>
                  <a:schemeClr val="tx2"/>
                </a:solidFill>
                <a:latin typeface="Arial" panose="020B0604020202020204" pitchFamily="34" charset="0"/>
                <a:cs typeface="Arial" panose="020B0604020202020204" pitchFamily="34" charset="0"/>
              </a:rPr>
              <a:t>Results</a:t>
            </a:r>
          </a:p>
          <a:p>
            <a:pPr marL="446088" indent="-446088">
              <a:spcBef>
                <a:spcPts val="2600"/>
              </a:spcBef>
              <a:buNone/>
            </a:pPr>
            <a:endParaRPr lang="en-GB" sz="3000" b="1" dirty="0">
              <a:solidFill>
                <a:schemeClr val="tx2"/>
              </a:solidFill>
            </a:endParaRPr>
          </a:p>
          <a:p>
            <a:pPr marL="446088" indent="-446088">
              <a:spcBef>
                <a:spcPts val="2600"/>
              </a:spcBef>
              <a:buNone/>
            </a:pPr>
            <a:r>
              <a:rPr lang="en-GB" sz="3000" b="1" kern="1200" dirty="0">
                <a:solidFill>
                  <a:schemeClr val="tx2"/>
                </a:solidFill>
                <a:latin typeface="Arial" panose="020B0604020202020204" pitchFamily="34" charset="0"/>
                <a:cs typeface="Arial" panose="020B0604020202020204" pitchFamily="34" charset="0"/>
              </a:rPr>
              <a:t>   Performance Evaluation</a:t>
            </a:r>
          </a:p>
          <a:p>
            <a:pPr>
              <a:spcBef>
                <a:spcPts val="700"/>
              </a:spcBef>
            </a:pPr>
            <a:endParaRPr lang="en-GB" sz="1000" dirty="0"/>
          </a:p>
          <a:p>
            <a:pPr>
              <a:spcBef>
                <a:spcPts val="700"/>
              </a:spcBef>
            </a:pPr>
            <a:endParaRPr lang="en-GB" sz="1000" dirty="0"/>
          </a:p>
          <a:p>
            <a:pPr>
              <a:spcBef>
                <a:spcPts val="700"/>
              </a:spcBef>
            </a:pPr>
            <a:endParaRPr lang="en-GB" sz="1000" dirty="0"/>
          </a:p>
          <a:p>
            <a:pPr>
              <a:spcBef>
                <a:spcPts val="700"/>
              </a:spcBef>
            </a:pPr>
            <a:endParaRPr lang="en-GB" sz="1000" dirty="0"/>
          </a:p>
          <a:p>
            <a:pPr marL="446088" indent="-446088">
              <a:spcBef>
                <a:spcPts val="2600"/>
              </a:spcBef>
              <a:buNone/>
            </a:pPr>
            <a:r>
              <a:rPr lang="en-GB" sz="1000" dirty="0"/>
              <a:t>         </a:t>
            </a:r>
            <a:r>
              <a:rPr lang="en-GB" sz="3000" b="1" kern="1200" dirty="0">
                <a:solidFill>
                  <a:schemeClr val="tx2"/>
                </a:solidFill>
                <a:latin typeface="Arial" panose="020B0604020202020204" pitchFamily="34" charset="0"/>
                <a:cs typeface="Arial" panose="020B0604020202020204" pitchFamily="34" charset="0"/>
              </a:rPr>
              <a:t>Testing and Validation</a:t>
            </a:r>
          </a:p>
          <a:p>
            <a:pPr marL="358775" indent="-358775" algn="just">
              <a:spcBef>
                <a:spcPts val="600"/>
              </a:spcBef>
              <a:buNone/>
            </a:pPr>
            <a:r>
              <a:rPr lang="en-US" sz="1600" dirty="0"/>
              <a:t>      </a:t>
            </a:r>
            <a:r>
              <a:rPr lang="en-IN" sz="1600" dirty="0"/>
              <a:t>The prototype is tested under different temperature and humidity conditions. Sensor readings are observed and compared with reference measurements to verify the monitoring performance. The alert system is also tested by creating </a:t>
            </a:r>
            <a:r>
              <a:rPr lang="en-IN" sz="1600" dirty="0" err="1"/>
              <a:t>unfavorable</a:t>
            </a:r>
            <a:r>
              <a:rPr lang="en-IN" sz="1600" dirty="0"/>
              <a:t> storage conditions</a:t>
            </a:r>
            <a:r>
              <a:rPr lang="en-US" sz="1600" dirty="0"/>
              <a:t>.</a:t>
            </a:r>
            <a:endParaRPr lang="en-GB" sz="1600" dirty="0"/>
          </a:p>
          <a:p>
            <a:pPr marL="358775" indent="-358775" algn="just">
              <a:spcBef>
                <a:spcPts val="600"/>
              </a:spcBef>
              <a:buNone/>
            </a:pPr>
            <a:r>
              <a:rPr lang="en-GB" sz="1000" b="1" kern="1200" dirty="0">
                <a:solidFill>
                  <a:schemeClr val="tx2"/>
                </a:solidFill>
                <a:latin typeface="Arial" panose="020B0604020202020204" pitchFamily="34" charset="0"/>
                <a:cs typeface="Arial" panose="020B0604020202020204" pitchFamily="34" charset="0"/>
              </a:rPr>
              <a:t>          </a:t>
            </a:r>
            <a:r>
              <a:rPr lang="en-GB" sz="3000" b="1" kern="1200" dirty="0">
                <a:solidFill>
                  <a:schemeClr val="tx2"/>
                </a:solidFill>
                <a:latin typeface="Arial" panose="020B0604020202020204" pitchFamily="34" charset="0"/>
                <a:cs typeface="Arial" panose="020B0604020202020204" pitchFamily="34" charset="0"/>
              </a:rPr>
              <a:t>Challenges Encountered</a:t>
            </a:r>
          </a:p>
          <a:p>
            <a:pPr marL="714375" indent="-357375">
              <a:spcBef>
                <a:spcPts val="600"/>
              </a:spcBef>
              <a:buFont typeface="Arial" pitchFamily="34" charset="0"/>
              <a:buChar char="•"/>
            </a:pPr>
            <a:r>
              <a:rPr lang="en-GB" sz="1600" kern="1200" dirty="0"/>
              <a:t>Challenge 1</a:t>
            </a:r>
            <a:r>
              <a:rPr lang="en-IN" sz="1600" dirty="0"/>
              <a:t>Maintaining accurate temperature and humidity measurements.</a:t>
            </a:r>
          </a:p>
          <a:p>
            <a:pPr marL="714375" indent="-357375">
              <a:spcBef>
                <a:spcPts val="600"/>
              </a:spcBef>
              <a:buFont typeface="Arial" pitchFamily="34" charset="0"/>
              <a:buChar char="•"/>
            </a:pPr>
            <a:r>
              <a:rPr lang="en-GB" sz="1600" kern="1200" dirty="0"/>
              <a:t>Challenge 2:</a:t>
            </a:r>
            <a:r>
              <a:rPr lang="en-IN" sz="1600" dirty="0"/>
              <a:t>Ensuring continuous operation of the monitoring system.</a:t>
            </a:r>
            <a:endParaRPr lang="en-GB" sz="1600" dirty="0"/>
          </a:p>
          <a:p>
            <a:pPr marL="357000" indent="0">
              <a:spcBef>
                <a:spcPts val="600"/>
              </a:spcBef>
              <a:buNone/>
            </a:pPr>
            <a:r>
              <a:rPr lang="en-GB" sz="3000" b="1" kern="1200" dirty="0">
                <a:solidFill>
                  <a:schemeClr val="tx2"/>
                </a:solidFill>
                <a:latin typeface="Arial" panose="020B0604020202020204" pitchFamily="34" charset="0"/>
                <a:cs typeface="Arial" panose="020B0604020202020204" pitchFamily="34" charset="0"/>
              </a:rPr>
              <a:t>Solutions Implemented</a:t>
            </a:r>
          </a:p>
          <a:p>
            <a:pPr marL="714375" indent="-357375">
              <a:spcBef>
                <a:spcPts val="600"/>
              </a:spcBef>
              <a:buFont typeface="Arial" pitchFamily="34" charset="0"/>
              <a:buChar char="•"/>
            </a:pPr>
            <a:r>
              <a:rPr lang="en-GB" sz="1600" kern="1200" dirty="0"/>
              <a:t>Solution 1:</a:t>
            </a:r>
            <a:r>
              <a:rPr lang="en-IN" sz="1600" dirty="0"/>
              <a:t>Proper sensor placement and calibration are used for reliable measurements.</a:t>
            </a:r>
          </a:p>
          <a:p>
            <a:pPr marL="714375" indent="-357375">
              <a:spcBef>
                <a:spcPts val="600"/>
              </a:spcBef>
              <a:buFont typeface="Arial" pitchFamily="34" charset="0"/>
              <a:buChar char="•"/>
            </a:pPr>
            <a:r>
              <a:rPr lang="en-GB" sz="1600" kern="1200" dirty="0"/>
              <a:t>Solution 2:</a:t>
            </a:r>
            <a:r>
              <a:rPr lang="en-IN" sz="1600" dirty="0"/>
              <a:t>A simple automated monitoring and alert system is implemented for continuous operation.</a:t>
            </a:r>
            <a:endParaRPr lang="en-US" sz="1600" dirty="0"/>
          </a:p>
          <a:p>
            <a:pPr marL="357000" indent="0">
              <a:spcBef>
                <a:spcPts val="600"/>
              </a:spcBef>
              <a:buNone/>
            </a:pPr>
            <a:r>
              <a:rPr lang="en-GB" sz="1700" dirty="0"/>
              <a:t> </a:t>
            </a:r>
            <a:r>
              <a:rPr lang="en-GB" sz="3000" b="1" kern="1200" dirty="0">
                <a:solidFill>
                  <a:schemeClr val="tx2"/>
                </a:solidFill>
                <a:latin typeface="Arial" panose="020B0604020202020204" pitchFamily="34" charset="0"/>
                <a:cs typeface="Arial" panose="020B0604020202020204" pitchFamily="34" charset="0"/>
              </a:rPr>
              <a:t>Innovation / Novel Features</a:t>
            </a:r>
          </a:p>
          <a:p>
            <a:pPr marL="357000" indent="0">
              <a:spcBef>
                <a:spcPts val="600"/>
              </a:spcBef>
              <a:buNone/>
            </a:pPr>
            <a:r>
              <a:rPr lang="en-IN" sz="1600" dirty="0"/>
              <a:t>The proposed system combines </a:t>
            </a:r>
            <a:r>
              <a:rPr lang="en-IN" sz="1600" b="1" dirty="0"/>
              <a:t>low-cost environmental sensing, ESP32-based monitoring, and automatic alerts</a:t>
            </a:r>
            <a:r>
              <a:rPr lang="en-IN" sz="1600" dirty="0"/>
              <a:t> into a compact storage monitoring solution. It is designed specifically to provide an affordable option for small-scale farmers and storage facilities.</a:t>
            </a:r>
          </a:p>
          <a:p>
            <a:pPr marL="357000" indent="0">
              <a:spcBef>
                <a:spcPts val="600"/>
              </a:spcBef>
              <a:buNone/>
            </a:pPr>
            <a:r>
              <a:rPr lang="en-GB" sz="3000" b="1" kern="1200" dirty="0">
                <a:solidFill>
                  <a:schemeClr val="tx2"/>
                </a:solidFill>
                <a:latin typeface="Arial" panose="020B0604020202020204" pitchFamily="34" charset="0"/>
                <a:cs typeface="Arial" panose="020B0604020202020204" pitchFamily="34" charset="0"/>
              </a:rPr>
              <a:t>Applications</a:t>
            </a:r>
          </a:p>
          <a:p>
            <a:r>
              <a:rPr lang="en-IN" sz="1600" dirty="0"/>
              <a:t>Agricultural storage rooms.</a:t>
            </a:r>
          </a:p>
          <a:p>
            <a:r>
              <a:rPr lang="en-IN" sz="1600" dirty="0"/>
              <a:t>Small-scale farm produce warehouses.</a:t>
            </a:r>
          </a:p>
          <a:p>
            <a:pPr marL="0" indent="0">
              <a:buNone/>
            </a:pPr>
            <a:r>
              <a:rPr lang="en-US" sz="1800" b="1" kern="1200" dirty="0">
                <a:solidFill>
                  <a:schemeClr val="tx2"/>
                </a:solidFill>
                <a:latin typeface="Arial" panose="020B0604020202020204" pitchFamily="34" charset="0"/>
                <a:cs typeface="Arial" panose="020B0604020202020204" pitchFamily="34" charset="0"/>
              </a:rPr>
              <a:t>     </a:t>
            </a:r>
            <a:r>
              <a:rPr lang="en-GB" sz="3000" b="1" kern="1200" dirty="0">
                <a:solidFill>
                  <a:schemeClr val="tx2"/>
                </a:solidFill>
                <a:latin typeface="Arial" panose="020B0604020202020204" pitchFamily="34" charset="0"/>
                <a:cs typeface="Arial" panose="020B0604020202020204" pitchFamily="34" charset="0"/>
              </a:rPr>
              <a:t>Future Scope</a:t>
            </a:r>
          </a:p>
          <a:p>
            <a:pPr marL="358775" indent="-358775" algn="just">
              <a:spcBef>
                <a:spcPts val="600"/>
              </a:spcBef>
              <a:buNone/>
            </a:pPr>
            <a:r>
              <a:rPr lang="en-US" sz="1600" dirty="0"/>
              <a:t>      The system can be enhanced with IoT-based remote monitoring</a:t>
            </a:r>
            <a:r>
              <a:rPr lang="en-IN" sz="1600" dirty="0"/>
              <a:t>Mobile application connectivity</a:t>
            </a:r>
            <a:r>
              <a:rPr lang="en-US" sz="1600" dirty="0"/>
              <a:t>, and solar-powered operation.</a:t>
            </a:r>
          </a:p>
          <a:p>
            <a:pPr marL="358775" indent="-358775" algn="just">
              <a:spcBef>
                <a:spcPts val="600"/>
              </a:spcBef>
              <a:buNone/>
            </a:pPr>
            <a:r>
              <a:rPr lang="en-GB" sz="3000" b="1" kern="1200" dirty="0">
                <a:solidFill>
                  <a:schemeClr val="tx2"/>
                </a:solidFill>
                <a:latin typeface="Arial" panose="020B0604020202020204" pitchFamily="34" charset="0"/>
                <a:cs typeface="Arial" panose="020B0604020202020204" pitchFamily="34" charset="0"/>
              </a:rPr>
              <a:t>   Project Outcomes</a:t>
            </a:r>
          </a:p>
          <a:p>
            <a:pPr marL="358775" indent="-358775" algn="just">
              <a:spcBef>
                <a:spcPts val="600"/>
              </a:spcBef>
              <a:buNone/>
            </a:pPr>
            <a:r>
              <a:rPr lang="en-IN" sz="1600" dirty="0"/>
              <a:t>      Successfully monitored temperature and humidity</a:t>
            </a:r>
            <a:r>
              <a:rPr lang="en-IN" sz="1800" dirty="0"/>
              <a:t>.</a:t>
            </a:r>
            <a:r>
              <a:rPr lang="en-US" sz="1600" dirty="0"/>
              <a:t>, </a:t>
            </a:r>
            <a:r>
              <a:rPr lang="en-IN" sz="1600" dirty="0"/>
              <a:t>Reduced the need for manual checking.</a:t>
            </a:r>
            <a:r>
              <a:rPr lang="en-GB" sz="3000" b="1" kern="1200" dirty="0">
                <a:solidFill>
                  <a:schemeClr val="tx2"/>
                </a:solidFill>
                <a:latin typeface="Arial" panose="020B0604020202020204" pitchFamily="34" charset="0"/>
                <a:cs typeface="Arial" panose="020B0604020202020204" pitchFamily="34" charset="0"/>
              </a:rPr>
              <a:t>  Skills Acquired</a:t>
            </a:r>
          </a:p>
          <a:p>
            <a:pPr marL="714375" indent="-357375">
              <a:spcBef>
                <a:spcPts val="600"/>
              </a:spcBef>
              <a:buFont typeface="Arial" pitchFamily="34" charset="0"/>
              <a:buChar char="•"/>
            </a:pPr>
            <a:r>
              <a:rPr lang="en-GB" sz="1700" b="1" kern="1200" dirty="0"/>
              <a:t>Technical skill 1:</a:t>
            </a:r>
            <a:r>
              <a:rPr lang="en-IN" sz="1800" b="1" dirty="0"/>
              <a:t> </a:t>
            </a:r>
            <a:r>
              <a:rPr lang="en-IN" sz="1600" dirty="0"/>
              <a:t>ESP32 Programming, Embedded C, Sensor Interfacing, Prototype Development, Temperature Monitoring, Data Analysis.</a:t>
            </a:r>
            <a:endParaRPr lang="en-GB" sz="1600" dirty="0"/>
          </a:p>
          <a:p>
            <a:pPr marL="714375" indent="-357375">
              <a:spcBef>
                <a:spcPts val="600"/>
              </a:spcBef>
              <a:buFont typeface="Arial" pitchFamily="34" charset="0"/>
              <a:buChar char="•"/>
            </a:pPr>
            <a:r>
              <a:rPr lang="en-GB" sz="1700" b="1" kern="1200" dirty="0"/>
              <a:t>Soft skill 1:</a:t>
            </a:r>
            <a:r>
              <a:rPr lang="en-US" sz="1800" dirty="0"/>
              <a:t> Teamwork, Problem Solving, Communication, Time Management.</a:t>
            </a:r>
            <a:endParaRPr lang="en-GB" sz="1700" b="1" kern="1200" dirty="0"/>
          </a:p>
        </p:txBody>
      </p:sp>
      <p:sp>
        <p:nvSpPr>
          <p:cNvPr id="6" name="AutoShape 4" descr="System Architecture Diagram">
            <a:extLst>
              <a:ext uri="{FF2B5EF4-FFF2-40B4-BE49-F238E27FC236}">
                <a16:creationId xmlns:a16="http://schemas.microsoft.com/office/drawing/2014/main" id="{A6AC6A17-B006-4706-AC6C-FA7856873C7E}"/>
              </a:ext>
            </a:extLst>
          </p:cNvPr>
          <p:cNvSpPr>
            <a:spLocks noChangeAspect="1" noChangeArrowheads="1"/>
          </p:cNvSpPr>
          <p:nvPr/>
        </p:nvSpPr>
        <p:spPr bwMode="auto">
          <a:xfrm>
            <a:off x="10541000" y="1498758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3" name="Picture 12">
            <a:extLst>
              <a:ext uri="{FF2B5EF4-FFF2-40B4-BE49-F238E27FC236}">
                <a16:creationId xmlns:a16="http://schemas.microsoft.com/office/drawing/2014/main" id="{06B4989E-FD22-46AA-B35F-487F8602B23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621186" y="20257742"/>
            <a:ext cx="5269668" cy="1899845"/>
          </a:xfrm>
          <a:prstGeom prst="rect">
            <a:avLst/>
          </a:prstGeom>
        </p:spPr>
      </p:pic>
      <p:pic>
        <p:nvPicPr>
          <p:cNvPr id="18" name="Picture 17">
            <a:extLst>
              <a:ext uri="{FF2B5EF4-FFF2-40B4-BE49-F238E27FC236}">
                <a16:creationId xmlns:a16="http://schemas.microsoft.com/office/drawing/2014/main" id="{96B0F454-3EEA-46A4-9CFF-166DA3A3789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1918330" y="9656901"/>
            <a:ext cx="6120680" cy="1461423"/>
          </a:xfrm>
          <a:prstGeom prst="rect">
            <a:avLst/>
          </a:prstGeom>
        </p:spPr>
      </p:pic>
      <p:pic>
        <p:nvPicPr>
          <p:cNvPr id="20" name="Picture 19">
            <a:extLst>
              <a:ext uri="{FF2B5EF4-FFF2-40B4-BE49-F238E27FC236}">
                <a16:creationId xmlns:a16="http://schemas.microsoft.com/office/drawing/2014/main" id="{F3EFE367-3A8B-4B6B-B056-2CE3137ADD59}"/>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1918330" y="11539587"/>
            <a:ext cx="6120680" cy="1461423"/>
          </a:xfrm>
          <a:prstGeom prst="rect">
            <a:avLst/>
          </a:prstGeom>
        </p:spPr>
      </p:pic>
      <p:pic>
        <p:nvPicPr>
          <p:cNvPr id="5" name="Picture 4">
            <a:extLst>
              <a:ext uri="{FF2B5EF4-FFF2-40B4-BE49-F238E27FC236}">
                <a16:creationId xmlns:a16="http://schemas.microsoft.com/office/drawing/2014/main" id="{9714C640-2774-56C2-9024-6CEEF91B31FD}"/>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130214" y="17156211"/>
            <a:ext cx="6552728" cy="1932205"/>
          </a:xfrm>
          <a:prstGeom prst="rect">
            <a:avLst/>
          </a:prstGeom>
        </p:spPr>
      </p:pic>
    </p:spTree>
    <p:extLst>
      <p:ext uri="{BB962C8B-B14F-4D97-AF65-F5344CB8AC3E}">
        <p14:creationId xmlns:p14="http://schemas.microsoft.com/office/powerpoint/2010/main" val="3351423776"/>
      </p:ext>
    </p:extLst>
  </p:cSld>
  <p:clrMapOvr>
    <a:masterClrMapping/>
  </p:clrMapOvr>
</p:sld>
</file>

<file path=ppt/theme/theme1.xml><?xml version="1.0" encoding="utf-8"?>
<a:theme xmlns:a="http://schemas.openxmlformats.org/drawingml/2006/main" name="KIOT #CE4F2F">
  <a:themeElements>
    <a:clrScheme name="01 KIOT Conference #178473">
      <a:dk1>
        <a:srgbClr val="000000"/>
      </a:dk1>
      <a:lt1>
        <a:srgbClr val="FFFFFF"/>
      </a:lt1>
      <a:dk2>
        <a:srgbClr val="158473"/>
      </a:dk2>
      <a:lt2>
        <a:srgbClr val="808080"/>
      </a:lt2>
      <a:accent1>
        <a:srgbClr val="7AFDE9"/>
      </a:accent1>
      <a:accent2>
        <a:srgbClr val="5BD1BF"/>
      </a:accent2>
      <a:accent3>
        <a:srgbClr val="FFFFFF"/>
      </a:accent3>
      <a:accent4>
        <a:srgbClr val="086154"/>
      </a:accent4>
      <a:accent5>
        <a:srgbClr val="5BD1BF"/>
      </a:accent5>
      <a:accent6>
        <a:srgbClr val="000000"/>
      </a:accent6>
      <a:hlink>
        <a:srgbClr val="158473"/>
      </a:hlink>
      <a:folHlink>
        <a:srgbClr val="08615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spDef>
    <a:ln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lnDef>
    <a:txDef>
      <a:spPr bwMode="auto">
        <a:noFill/>
        <a:ln w="9525">
          <a:noFill/>
          <a:miter lim="800000"/>
          <a:headEnd/>
          <a:tailEnd/>
        </a:ln>
        <a:effectLst/>
      </a:spPr>
      <a:bodyPr lIns="0" tIns="0" rIns="0" bIns="0"/>
      <a:lstStyle>
        <a:defPPr marL="455613" indent="-455613" algn="l" defTabSz="2952750" eaLnBrk="0" hangingPunct="0">
          <a:lnSpc>
            <a:spcPct val="105000"/>
          </a:lnSpc>
          <a:spcBef>
            <a:spcPts val="4400"/>
          </a:spcBef>
          <a:spcAft>
            <a:spcPts val="0"/>
          </a:spcAft>
          <a:buClr>
            <a:schemeClr val="tx2"/>
          </a:buClr>
          <a:defRPr sz="4100" b="1" kern="0" dirty="0">
            <a:solidFill>
              <a:schemeClr val="tx2"/>
            </a:solidFill>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B27825 KIOT Conference 2022 portrait HT v2.pptx" id="{F18A0F39-BBEB-43DB-BFD6-81A744C52318}" vid="{8D687D27-B946-4FBA-8150-9F172FBFD3DC}"/>
    </a:ext>
  </a:extLst>
</a:theme>
</file>

<file path=ppt/theme/theme2.xml><?xml version="1.0" encoding="utf-8"?>
<a:theme xmlns:a="http://schemas.openxmlformats.org/drawingml/2006/main" name="1_KIOT #CE4F2F">
  <a:themeElements>
    <a:clrScheme name="02 KIOT Conference #E25C3A">
      <a:dk1>
        <a:srgbClr val="000000"/>
      </a:dk1>
      <a:lt1>
        <a:srgbClr val="FFFFFF"/>
      </a:lt1>
      <a:dk2>
        <a:srgbClr val="CE4F2F"/>
      </a:dk2>
      <a:lt2>
        <a:srgbClr val="808080"/>
      </a:lt2>
      <a:accent1>
        <a:srgbClr val="FEC5B6"/>
      </a:accent1>
      <a:accent2>
        <a:srgbClr val="F79E87"/>
      </a:accent2>
      <a:accent3>
        <a:srgbClr val="FFFFFF"/>
      </a:accent3>
      <a:accent4>
        <a:srgbClr val="A8361A"/>
      </a:accent4>
      <a:accent5>
        <a:srgbClr val="F79E87"/>
      </a:accent5>
      <a:accent6>
        <a:srgbClr val="000000"/>
      </a:accent6>
      <a:hlink>
        <a:srgbClr val="CE4F2F"/>
      </a:hlink>
      <a:folHlink>
        <a:srgbClr val="A8361A"/>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spDef>
    <a:ln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lnDef>
  </a:objectDefaults>
  <a:extraClrSchemeLst/>
  <a:extLst>
    <a:ext uri="{05A4C25C-085E-4340-85A3-A5531E510DB2}">
      <thm15:themeFamily xmlns:thm15="http://schemas.microsoft.com/office/thememl/2012/main" name="B27825 KIOT Conference 2022 portrait HT v2.pptx" id="{F18A0F39-BBEB-43DB-BFD6-81A744C52318}" vid="{DA16372C-C8AE-4BEF-9AB6-EF282675B510}"/>
    </a:ext>
  </a:extLst>
</a:theme>
</file>

<file path=ppt/theme/theme3.xml><?xml version="1.0" encoding="utf-8"?>
<a:theme xmlns:a="http://schemas.openxmlformats.org/drawingml/2006/main" name="KIOT #C74486">
  <a:themeElements>
    <a:clrScheme name="03 KIOT Conference #C74486">
      <a:dk1>
        <a:srgbClr val="000000"/>
      </a:dk1>
      <a:lt1>
        <a:srgbClr val="FFFFFF"/>
      </a:lt1>
      <a:dk2>
        <a:srgbClr val="C74486"/>
      </a:dk2>
      <a:lt2>
        <a:srgbClr val="808080"/>
      </a:lt2>
      <a:accent1>
        <a:srgbClr val="FCAAD3"/>
      </a:accent1>
      <a:accent2>
        <a:srgbClr val="DB8EB5"/>
      </a:accent2>
      <a:accent3>
        <a:srgbClr val="FFFFFF"/>
      </a:accent3>
      <a:accent4>
        <a:srgbClr val="810443"/>
      </a:accent4>
      <a:accent5>
        <a:srgbClr val="DB8EB5"/>
      </a:accent5>
      <a:accent6>
        <a:srgbClr val="000000"/>
      </a:accent6>
      <a:hlink>
        <a:srgbClr val="C74486"/>
      </a:hlink>
      <a:folHlink>
        <a:srgbClr val="81044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spDef>
    <a:ln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lnDef>
  </a:objectDefaults>
  <a:extraClrSchemeLst/>
  <a:extLst>
    <a:ext uri="{05A4C25C-085E-4340-85A3-A5531E510DB2}">
      <thm15:themeFamily xmlns:thm15="http://schemas.microsoft.com/office/thememl/2012/main" name="B27825 KIOT Conference 2022 portrait HT v2.pptx" id="{F18A0F39-BBEB-43DB-BFD6-81A744C52318}" vid="{EDDCA094-D80C-4D1A-9F56-52CCF7C6B5E1}"/>
    </a:ext>
  </a:extLst>
</a:theme>
</file>

<file path=ppt/theme/theme4.xml><?xml version="1.0" encoding="utf-8"?>
<a:theme xmlns:a="http://schemas.openxmlformats.org/drawingml/2006/main" name="KIOT #7F6BAE">
  <a:themeElements>
    <a:clrScheme name="04 KIOT Conference #7F6BAE">
      <a:dk1>
        <a:srgbClr val="000000"/>
      </a:dk1>
      <a:lt1>
        <a:srgbClr val="FFFFFF"/>
      </a:lt1>
      <a:dk2>
        <a:srgbClr val="7F6BAE"/>
      </a:dk2>
      <a:lt2>
        <a:srgbClr val="808080"/>
      </a:lt2>
      <a:accent1>
        <a:srgbClr val="D2C4F2"/>
      </a:accent1>
      <a:accent2>
        <a:srgbClr val="B6A4E0"/>
      </a:accent2>
      <a:accent3>
        <a:srgbClr val="FFFFFF"/>
      </a:accent3>
      <a:accent4>
        <a:srgbClr val="4D3E70"/>
      </a:accent4>
      <a:accent5>
        <a:srgbClr val="B6A4E0"/>
      </a:accent5>
      <a:accent6>
        <a:srgbClr val="000000"/>
      </a:accent6>
      <a:hlink>
        <a:srgbClr val="7F6BAE"/>
      </a:hlink>
      <a:folHlink>
        <a:srgbClr val="4D3E7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spDef>
    <a:ln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lnDef>
  </a:objectDefaults>
  <a:extraClrSchemeLst/>
  <a:extLst>
    <a:ext uri="{05A4C25C-085E-4340-85A3-A5531E510DB2}">
      <thm15:themeFamily xmlns:thm15="http://schemas.microsoft.com/office/thememl/2012/main" name="B27825 KIOT Conference 2022 portrait HT v2.pptx" id="{F18A0F39-BBEB-43DB-BFD6-81A744C52318}" vid="{52FD576F-A30F-42C3-B3D4-FC5E4D78EA82}"/>
    </a:ext>
  </a:extLst>
</a:theme>
</file>

<file path=ppt/theme/theme5.xml><?xml version="1.0" encoding="utf-8"?>
<a:theme xmlns:a="http://schemas.openxmlformats.org/drawingml/2006/main" name="KIOT #6F7D14">
  <a:themeElements>
    <a:clrScheme name="05 KIOT Conference #6F7D14">
      <a:dk1>
        <a:srgbClr val="000000"/>
      </a:dk1>
      <a:lt1>
        <a:srgbClr val="FFFFFF"/>
      </a:lt1>
      <a:dk2>
        <a:srgbClr val="6F7D14"/>
      </a:dk2>
      <a:lt2>
        <a:srgbClr val="808080"/>
      </a:lt2>
      <a:accent1>
        <a:srgbClr val="BDCC5A"/>
      </a:accent1>
      <a:accent2>
        <a:srgbClr val="9DAE32"/>
      </a:accent2>
      <a:accent3>
        <a:srgbClr val="FFFFFF"/>
      </a:accent3>
      <a:accent4>
        <a:srgbClr val="444E02"/>
      </a:accent4>
      <a:accent5>
        <a:srgbClr val="BDCC5A"/>
      </a:accent5>
      <a:accent6>
        <a:srgbClr val="000000"/>
      </a:accent6>
      <a:hlink>
        <a:srgbClr val="6F7D14"/>
      </a:hlink>
      <a:folHlink>
        <a:srgbClr val="444E0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spDef>
    <a:ln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lnDef>
  </a:objectDefaults>
  <a:extraClrSchemeLst/>
  <a:extLst>
    <a:ext uri="{05A4C25C-085E-4340-85A3-A5531E510DB2}">
      <thm15:themeFamily xmlns:thm15="http://schemas.microsoft.com/office/thememl/2012/main" name="B27825 KIOT Conference 2022 portrait HT v2.pptx" id="{F18A0F39-BBEB-43DB-BFD6-81A744C52318}" vid="{AF9CF2F7-CEBC-4757-A562-538A8568A1B6}"/>
    </a:ext>
  </a:extLst>
</a:theme>
</file>

<file path=ppt/theme/theme6.xml><?xml version="1.0" encoding="utf-8"?>
<a:theme xmlns:a="http://schemas.openxmlformats.org/drawingml/2006/main" name="1_KIOT conference poster portrait">
  <a:themeElements>
    <a:clrScheme name="06 KIOT Conference #2B7DAE">
      <a:dk1>
        <a:srgbClr val="000000"/>
      </a:dk1>
      <a:lt1>
        <a:srgbClr val="FFFFFF"/>
      </a:lt1>
      <a:dk2>
        <a:srgbClr val="2B7DAE"/>
      </a:dk2>
      <a:lt2>
        <a:srgbClr val="808080"/>
      </a:lt2>
      <a:accent1>
        <a:srgbClr val="7CCDFD"/>
      </a:accent1>
      <a:accent2>
        <a:srgbClr val="62B4E7"/>
      </a:accent2>
      <a:accent3>
        <a:srgbClr val="FFFFFF"/>
      </a:accent3>
      <a:accent4>
        <a:srgbClr val="114E72"/>
      </a:accent4>
      <a:accent5>
        <a:srgbClr val="7CCDFD"/>
      </a:accent5>
      <a:accent6>
        <a:srgbClr val="000000"/>
      </a:accent6>
      <a:hlink>
        <a:srgbClr val="2B7DAE"/>
      </a:hlink>
      <a:folHlink>
        <a:srgbClr val="114E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spDef>
    <a:ln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lnDef>
  </a:objectDefaults>
  <a:extraClrSchemeLst/>
  <a:extLst>
    <a:ext uri="{05A4C25C-085E-4340-85A3-A5531E510DB2}">
      <thm15:themeFamily xmlns:thm15="http://schemas.microsoft.com/office/thememl/2012/main" name="B27825 KIOT Conference 2022 portrait HT v2.pptx" id="{F18A0F39-BBEB-43DB-BFD6-81A744C52318}" vid="{1757E75D-6B58-43A6-AFC1-7824D5CC8EBB}"/>
    </a:ext>
  </a:ext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KIOT_PBL_Poster_Template</Template>
  <TotalTime>339</TotalTime>
  <Words>923</Words>
  <Application>Microsoft Office PowerPoint</Application>
  <PresentationFormat>Custom</PresentationFormat>
  <Paragraphs>81</Paragraphs>
  <Slides>1</Slides>
  <Notes>1</Notes>
  <HiddenSlides>0</HiddenSlides>
  <MMClips>0</MMClips>
  <ScaleCrop>false</ScaleCrop>
  <HeadingPairs>
    <vt:vector size="6" baseType="variant">
      <vt:variant>
        <vt:lpstr>Fonts Used</vt:lpstr>
      </vt:variant>
      <vt:variant>
        <vt:i4>2</vt:i4>
      </vt:variant>
      <vt:variant>
        <vt:lpstr>Theme</vt:lpstr>
      </vt:variant>
      <vt:variant>
        <vt:i4>6</vt:i4>
      </vt:variant>
      <vt:variant>
        <vt:lpstr>Slide Titles</vt:lpstr>
      </vt:variant>
      <vt:variant>
        <vt:i4>1</vt:i4>
      </vt:variant>
    </vt:vector>
  </HeadingPairs>
  <TitlesOfParts>
    <vt:vector size="9" baseType="lpstr">
      <vt:lpstr>Arial</vt:lpstr>
      <vt:lpstr>Rdg Vesta</vt:lpstr>
      <vt:lpstr>KIOT #CE4F2F</vt:lpstr>
      <vt:lpstr>1_KIOT #CE4F2F</vt:lpstr>
      <vt:lpstr>KIOT #C74486</vt:lpstr>
      <vt:lpstr>KIOT #7F6BAE</vt:lpstr>
      <vt:lpstr>KIOT #6F7D14</vt:lpstr>
      <vt:lpstr>1_KIOT conference poster portrait</vt:lpstr>
      <vt:lpstr>LOW COST FARM PRODUCE STORAGE MONITORING SYSTEM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PASSIVE COOLING SYSTEM FOR HOMES</dc:title>
  <dc:subject>Research and conference poster</dc:subject>
  <dc:creator>Shanmugam sivaraman</dc:creator>
  <cp:lastModifiedBy>MAHENDIRAN M</cp:lastModifiedBy>
  <cp:revision>24</cp:revision>
  <dcterms:created xsi:type="dcterms:W3CDTF">2026-07-26T14:23:05Z</dcterms:created>
  <dcterms:modified xsi:type="dcterms:W3CDTF">2026-09-03T06:45:09Z</dcterms:modified>
</cp:coreProperties>
</file>